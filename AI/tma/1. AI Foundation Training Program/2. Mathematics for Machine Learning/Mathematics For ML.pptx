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2A_C09CA47A.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03_0.xml" ContentType="application/vnd.ms-powerpoint.comments+xml"/>
  <Override PartName="/ppt/notesSlides/notesSlide20.xml" ContentType="application/vnd.openxmlformats-officedocument.presentationml.notesSlide+xml"/>
  <Override PartName="/ppt/comments/modernComment_130_7652C14F.xml" ContentType="application/vnd.ms-powerpoint.comments+xml"/>
  <Override PartName="/ppt/notesSlides/notesSlide21.xml" ContentType="application/vnd.openxmlformats-officedocument.presentationml.notesSlide+xml"/>
  <Override PartName="/ppt/comments/modernComment_131_F9C1EACC.xml" ContentType="application/vnd.ms-powerpoint.comments+xml"/>
  <Override PartName="/ppt/notesSlides/notesSlide22.xml" ContentType="application/vnd.openxmlformats-officedocument.presentationml.notesSlide+xml"/>
  <Override PartName="/ppt/comments/modernComment_132_75B4DC78.xml" ContentType="application/vnd.ms-powerpoint.comments+xml"/>
  <Override PartName="/ppt/notesSlides/notesSlide23.xml" ContentType="application/vnd.openxmlformats-officedocument.presentationml.notesSlide+xml"/>
  <Override PartName="/ppt/comments/modernComment_139_2CB9D8F3.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modernComment_12F_DCB27BA3.xml" ContentType="application/vnd.ms-powerpoint.comments+xml"/>
  <Override PartName="/ppt/notesSlides/notesSlide27.xml" ContentType="application/vnd.openxmlformats-officedocument.presentationml.notesSlide+xml"/>
  <Override PartName="/ppt/comments/modernComment_134_946383CF.xml" ContentType="application/vnd.ms-powerpoint.comments+xml"/>
  <Override PartName="/ppt/notesSlides/notesSlide28.xml" ContentType="application/vnd.openxmlformats-officedocument.presentationml.notesSlide+xml"/>
  <Override PartName="/ppt/comments/modernComment_135_9A7D2CEF.xml" ContentType="application/vnd.ms-powerpoint.comments+xml"/>
  <Override PartName="/ppt/notesSlides/notesSlide29.xml" ContentType="application/vnd.openxmlformats-officedocument.presentationml.notesSlide+xml"/>
  <Override PartName="/ppt/comments/modernComment_136_2AE3D99E.xml" ContentType="application/vnd.ms-powerpoint.comments+xml"/>
  <Override PartName="/ppt/notesSlides/notesSlide30.xml" ContentType="application/vnd.openxmlformats-officedocument.presentationml.notesSlide+xml"/>
  <Override PartName="/ppt/comments/modernComment_13A_A054BE93.xml" ContentType="application/vnd.ms-powerpoint.comments+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3"/>
  </p:notesMasterIdLst>
  <p:sldIdLst>
    <p:sldId id="256" r:id="rId2"/>
    <p:sldId id="257" r:id="rId3"/>
    <p:sldId id="258" r:id="rId4"/>
    <p:sldId id="289" r:id="rId5"/>
    <p:sldId id="291" r:id="rId6"/>
    <p:sldId id="290" r:id="rId7"/>
    <p:sldId id="292" r:id="rId8"/>
    <p:sldId id="293" r:id="rId9"/>
    <p:sldId id="294" r:id="rId10"/>
    <p:sldId id="295" r:id="rId11"/>
    <p:sldId id="311" r:id="rId12"/>
    <p:sldId id="296" r:id="rId13"/>
    <p:sldId id="297" r:id="rId14"/>
    <p:sldId id="298" r:id="rId15"/>
    <p:sldId id="299" r:id="rId16"/>
    <p:sldId id="300" r:id="rId17"/>
    <p:sldId id="301" r:id="rId18"/>
    <p:sldId id="312" r:id="rId19"/>
    <p:sldId id="259" r:id="rId20"/>
    <p:sldId id="304" r:id="rId21"/>
    <p:sldId id="305" r:id="rId22"/>
    <p:sldId id="306" r:id="rId23"/>
    <p:sldId id="313" r:id="rId24"/>
    <p:sldId id="302" r:id="rId25"/>
    <p:sldId id="307" r:id="rId26"/>
    <p:sldId id="303" r:id="rId27"/>
    <p:sldId id="308" r:id="rId28"/>
    <p:sldId id="309" r:id="rId29"/>
    <p:sldId id="310" r:id="rId30"/>
    <p:sldId id="314" r:id="rId31"/>
    <p:sldId id="275"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jA7cUEi9FOapzyZL/jMOIkw49CF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AD2542-FE67-F9B2-3620-551BE4BD7D38}" name="Kiên Trần" initials="KT" userId="a7ea96e4718dd71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E278E6-6B5C-4D5C-BE01-C616AE34C4CB}" v="1847" dt="2023-10-27T01:14:04.518"/>
    <p1510:client id="{9B853636-7058-45C6-B888-A19E858319B5}" v="1043" dt="2023-10-26T18:15:12.049"/>
    <p1510:client id="{C12EB627-F4CF-4C34-B646-4FFB6E77EFB5}" v="423" dt="2023-10-27T04:48:46.383"/>
    <p1510:client id="{FAD8AB67-263C-4344-AB4B-B94FEBE65C53}" v="23" dt="2023-10-27T02:14:30.951"/>
    <p1510:client id="{FC1CCC3C-A370-4111-8967-A6AC3FB4B367}" v="725" dt="2023-10-26T19:46:50.7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54"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3"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ên Trần" userId="a7ea96e4718dd71a" providerId="Windows Live" clId="Web-{9B853636-7058-45C6-B888-A19E858319B5}"/>
    <pc:docChg chg="addSld modSld">
      <pc:chgData name="Kiên Trần" userId="a7ea96e4718dd71a" providerId="Windows Live" clId="Web-{9B853636-7058-45C6-B888-A19E858319B5}" dt="2023-10-26T18:15:12.049" v="633" actId="1076"/>
      <pc:docMkLst>
        <pc:docMk/>
      </pc:docMkLst>
      <pc:sldChg chg="modSp">
        <pc:chgData name="Kiên Trần" userId="a7ea96e4718dd71a" providerId="Windows Live" clId="Web-{9B853636-7058-45C6-B888-A19E858319B5}" dt="2023-10-26T15:23:30.856" v="35" actId="20577"/>
        <pc:sldMkLst>
          <pc:docMk/>
          <pc:sldMk cId="0" sldId="256"/>
        </pc:sldMkLst>
        <pc:spChg chg="mod">
          <ac:chgData name="Kiên Trần" userId="a7ea96e4718dd71a" providerId="Windows Live" clId="Web-{9B853636-7058-45C6-B888-A19E858319B5}" dt="2023-10-26T15:23:30.856" v="35" actId="20577"/>
          <ac:spMkLst>
            <pc:docMk/>
            <pc:sldMk cId="0" sldId="256"/>
            <ac:spMk id="95" creationId="{00000000-0000-0000-0000-000000000000}"/>
          </ac:spMkLst>
        </pc:spChg>
      </pc:sldChg>
      <pc:sldChg chg="delSp modSp">
        <pc:chgData name="Kiên Trần" userId="a7ea96e4718dd71a" providerId="Windows Live" clId="Web-{9B853636-7058-45C6-B888-A19E858319B5}" dt="2023-10-26T15:26:23.033" v="121"/>
        <pc:sldMkLst>
          <pc:docMk/>
          <pc:sldMk cId="0" sldId="257"/>
        </pc:sldMkLst>
        <pc:spChg chg="mod">
          <ac:chgData name="Kiên Trần" userId="a7ea96e4718dd71a" providerId="Windows Live" clId="Web-{9B853636-7058-45C6-B888-A19E858319B5}" dt="2023-10-26T15:24:05.529" v="41" actId="20577"/>
          <ac:spMkLst>
            <pc:docMk/>
            <pc:sldMk cId="0" sldId="257"/>
            <ac:spMk id="105" creationId="{00000000-0000-0000-0000-000000000000}"/>
          </ac:spMkLst>
        </pc:spChg>
        <pc:spChg chg="mod">
          <ac:chgData name="Kiên Trần" userId="a7ea96e4718dd71a" providerId="Windows Live" clId="Web-{9B853636-7058-45C6-B888-A19E858319B5}" dt="2023-10-26T15:24:20.123" v="48" actId="20577"/>
          <ac:spMkLst>
            <pc:docMk/>
            <pc:sldMk cId="0" sldId="257"/>
            <ac:spMk id="107" creationId="{00000000-0000-0000-0000-000000000000}"/>
          </ac:spMkLst>
        </pc:spChg>
        <pc:spChg chg="mod">
          <ac:chgData name="Kiên Trần" userId="a7ea96e4718dd71a" providerId="Windows Live" clId="Web-{9B853636-7058-45C6-B888-A19E858319B5}" dt="2023-10-26T15:24:46.921" v="64" actId="20577"/>
          <ac:spMkLst>
            <pc:docMk/>
            <pc:sldMk cId="0" sldId="257"/>
            <ac:spMk id="114" creationId="{00000000-0000-0000-0000-000000000000}"/>
          </ac:spMkLst>
        </pc:spChg>
        <pc:spChg chg="mod">
          <ac:chgData name="Kiên Trần" userId="a7ea96e4718dd71a" providerId="Windows Live" clId="Web-{9B853636-7058-45C6-B888-A19E858319B5}" dt="2023-10-26T15:25:21.438" v="82" actId="20577"/>
          <ac:spMkLst>
            <pc:docMk/>
            <pc:sldMk cId="0" sldId="257"/>
            <ac:spMk id="118" creationId="{00000000-0000-0000-0000-000000000000}"/>
          </ac:spMkLst>
        </pc:spChg>
        <pc:spChg chg="del">
          <ac:chgData name="Kiên Trần" userId="a7ea96e4718dd71a" providerId="Windows Live" clId="Web-{9B853636-7058-45C6-B888-A19E858319B5}" dt="2023-10-26T15:26:23.033" v="121"/>
          <ac:spMkLst>
            <pc:docMk/>
            <pc:sldMk cId="0" sldId="257"/>
            <ac:spMk id="119" creationId="{00000000-0000-0000-0000-000000000000}"/>
          </ac:spMkLst>
        </pc:spChg>
        <pc:spChg chg="mod">
          <ac:chgData name="Kiên Trần" userId="a7ea96e4718dd71a" providerId="Windows Live" clId="Web-{9B853636-7058-45C6-B888-A19E858319B5}" dt="2023-10-26T15:25:43.157" v="90" actId="20577"/>
          <ac:spMkLst>
            <pc:docMk/>
            <pc:sldMk cId="0" sldId="257"/>
            <ac:spMk id="123" creationId="{00000000-0000-0000-0000-000000000000}"/>
          </ac:spMkLst>
        </pc:spChg>
        <pc:spChg chg="del">
          <ac:chgData name="Kiên Trần" userId="a7ea96e4718dd71a" providerId="Windows Live" clId="Web-{9B853636-7058-45C6-B888-A19E858319B5}" dt="2023-10-26T15:26:23.033" v="120"/>
          <ac:spMkLst>
            <pc:docMk/>
            <pc:sldMk cId="0" sldId="257"/>
            <ac:spMk id="124" creationId="{00000000-0000-0000-0000-000000000000}"/>
          </ac:spMkLst>
        </pc:spChg>
        <pc:spChg chg="del">
          <ac:chgData name="Kiên Trần" userId="a7ea96e4718dd71a" providerId="Windows Live" clId="Web-{9B853636-7058-45C6-B888-A19E858319B5}" dt="2023-10-26T15:26:23.033" v="119"/>
          <ac:spMkLst>
            <pc:docMk/>
            <pc:sldMk cId="0" sldId="257"/>
            <ac:spMk id="125" creationId="{00000000-0000-0000-0000-000000000000}"/>
          </ac:spMkLst>
        </pc:spChg>
        <pc:spChg chg="del">
          <ac:chgData name="Kiên Trần" userId="a7ea96e4718dd71a" providerId="Windows Live" clId="Web-{9B853636-7058-45C6-B888-A19E858319B5}" dt="2023-10-26T15:26:23.033" v="118"/>
          <ac:spMkLst>
            <pc:docMk/>
            <pc:sldMk cId="0" sldId="257"/>
            <ac:spMk id="127" creationId="{00000000-0000-0000-0000-000000000000}"/>
          </ac:spMkLst>
        </pc:spChg>
        <pc:spChg chg="del">
          <ac:chgData name="Kiên Trần" userId="a7ea96e4718dd71a" providerId="Windows Live" clId="Web-{9B853636-7058-45C6-B888-A19E858319B5}" dt="2023-10-26T15:26:23.033" v="117"/>
          <ac:spMkLst>
            <pc:docMk/>
            <pc:sldMk cId="0" sldId="257"/>
            <ac:spMk id="128" creationId="{00000000-0000-0000-0000-000000000000}"/>
          </ac:spMkLst>
        </pc:spChg>
        <pc:spChg chg="del">
          <ac:chgData name="Kiên Trần" userId="a7ea96e4718dd71a" providerId="Windows Live" clId="Web-{9B853636-7058-45C6-B888-A19E858319B5}" dt="2023-10-26T15:26:23.033" v="116"/>
          <ac:spMkLst>
            <pc:docMk/>
            <pc:sldMk cId="0" sldId="257"/>
            <ac:spMk id="129" creationId="{00000000-0000-0000-0000-000000000000}"/>
          </ac:spMkLst>
        </pc:spChg>
        <pc:spChg chg="del">
          <ac:chgData name="Kiên Trần" userId="a7ea96e4718dd71a" providerId="Windows Live" clId="Web-{9B853636-7058-45C6-B888-A19E858319B5}" dt="2023-10-26T15:26:23.033" v="115"/>
          <ac:spMkLst>
            <pc:docMk/>
            <pc:sldMk cId="0" sldId="257"/>
            <ac:spMk id="130" creationId="{00000000-0000-0000-0000-000000000000}"/>
          </ac:spMkLst>
        </pc:spChg>
        <pc:spChg chg="del">
          <ac:chgData name="Kiên Trần" userId="a7ea96e4718dd71a" providerId="Windows Live" clId="Web-{9B853636-7058-45C6-B888-A19E858319B5}" dt="2023-10-26T15:26:23.033" v="114"/>
          <ac:spMkLst>
            <pc:docMk/>
            <pc:sldMk cId="0" sldId="257"/>
            <ac:spMk id="131" creationId="{00000000-0000-0000-0000-000000000000}"/>
          </ac:spMkLst>
        </pc:spChg>
        <pc:spChg chg="del">
          <ac:chgData name="Kiên Trần" userId="a7ea96e4718dd71a" providerId="Windows Live" clId="Web-{9B853636-7058-45C6-B888-A19E858319B5}" dt="2023-10-26T15:26:23.033" v="113"/>
          <ac:spMkLst>
            <pc:docMk/>
            <pc:sldMk cId="0" sldId="257"/>
            <ac:spMk id="132" creationId="{00000000-0000-0000-0000-000000000000}"/>
          </ac:spMkLst>
        </pc:spChg>
        <pc:spChg chg="mod">
          <ac:chgData name="Kiên Trần" userId="a7ea96e4718dd71a" providerId="Windows Live" clId="Web-{9B853636-7058-45C6-B888-A19E858319B5}" dt="2023-10-26T15:26:13.158" v="107" actId="20577"/>
          <ac:spMkLst>
            <pc:docMk/>
            <pc:sldMk cId="0" sldId="257"/>
            <ac:spMk id="137" creationId="{00000000-0000-0000-0000-000000000000}"/>
          </ac:spMkLst>
        </pc:spChg>
        <pc:spChg chg="del">
          <ac:chgData name="Kiên Trần" userId="a7ea96e4718dd71a" providerId="Windows Live" clId="Web-{9B853636-7058-45C6-B888-A19E858319B5}" dt="2023-10-26T15:26:23.033" v="112"/>
          <ac:spMkLst>
            <pc:docMk/>
            <pc:sldMk cId="0" sldId="257"/>
            <ac:spMk id="138" creationId="{00000000-0000-0000-0000-000000000000}"/>
          </ac:spMkLst>
        </pc:spChg>
        <pc:spChg chg="del">
          <ac:chgData name="Kiên Trần" userId="a7ea96e4718dd71a" providerId="Windows Live" clId="Web-{9B853636-7058-45C6-B888-A19E858319B5}" dt="2023-10-26T15:26:23.033" v="111"/>
          <ac:spMkLst>
            <pc:docMk/>
            <pc:sldMk cId="0" sldId="257"/>
            <ac:spMk id="139" creationId="{00000000-0000-0000-0000-000000000000}"/>
          </ac:spMkLst>
        </pc:spChg>
        <pc:spChg chg="del">
          <ac:chgData name="Kiên Trần" userId="a7ea96e4718dd71a" providerId="Windows Live" clId="Web-{9B853636-7058-45C6-B888-A19E858319B5}" dt="2023-10-26T15:26:23.033" v="110"/>
          <ac:spMkLst>
            <pc:docMk/>
            <pc:sldMk cId="0" sldId="257"/>
            <ac:spMk id="140" creationId="{00000000-0000-0000-0000-000000000000}"/>
          </ac:spMkLst>
        </pc:spChg>
        <pc:spChg chg="del">
          <ac:chgData name="Kiên Trần" userId="a7ea96e4718dd71a" providerId="Windows Live" clId="Web-{9B853636-7058-45C6-B888-A19E858319B5}" dt="2023-10-26T15:26:23.033" v="109"/>
          <ac:spMkLst>
            <pc:docMk/>
            <pc:sldMk cId="0" sldId="257"/>
            <ac:spMk id="141" creationId="{00000000-0000-0000-0000-000000000000}"/>
          </ac:spMkLst>
        </pc:spChg>
        <pc:spChg chg="del">
          <ac:chgData name="Kiên Trần" userId="a7ea96e4718dd71a" providerId="Windows Live" clId="Web-{9B853636-7058-45C6-B888-A19E858319B5}" dt="2023-10-26T15:26:23.033" v="108"/>
          <ac:spMkLst>
            <pc:docMk/>
            <pc:sldMk cId="0" sldId="257"/>
            <ac:spMk id="142" creationId="{00000000-0000-0000-0000-000000000000}"/>
          </ac:spMkLst>
        </pc:spChg>
      </pc:sldChg>
      <pc:sldChg chg="addSp delSp modSp">
        <pc:chgData name="Kiên Trần" userId="a7ea96e4718dd71a" providerId="Windows Live" clId="Web-{9B853636-7058-45C6-B888-A19E858319B5}" dt="2023-10-26T18:05:37.904" v="603"/>
        <pc:sldMkLst>
          <pc:docMk/>
          <pc:sldMk cId="0" sldId="258"/>
        </pc:sldMkLst>
        <pc:spChg chg="add del">
          <ac:chgData name="Kiên Trần" userId="a7ea96e4718dd71a" providerId="Windows Live" clId="Web-{9B853636-7058-45C6-B888-A19E858319B5}" dt="2023-10-26T16:57:31.558" v="258"/>
          <ac:spMkLst>
            <pc:docMk/>
            <pc:sldMk cId="0" sldId="258"/>
            <ac:spMk id="2" creationId="{4CB8CFE3-6B09-8207-E1FA-09F1414DD076}"/>
          </ac:spMkLst>
        </pc:spChg>
        <pc:spChg chg="add del mod">
          <ac:chgData name="Kiên Trần" userId="a7ea96e4718dd71a" providerId="Windows Live" clId="Web-{9B853636-7058-45C6-B888-A19E858319B5}" dt="2023-10-26T16:56:53.557" v="235"/>
          <ac:spMkLst>
            <pc:docMk/>
            <pc:sldMk cId="0" sldId="258"/>
            <ac:spMk id="3" creationId="{A26A33BA-9273-3DC5-3029-241DCC9BE34E}"/>
          </ac:spMkLst>
        </pc:spChg>
        <pc:spChg chg="add del">
          <ac:chgData name="Kiên Trần" userId="a7ea96e4718dd71a" providerId="Windows Live" clId="Web-{9B853636-7058-45C6-B888-A19E858319B5}" dt="2023-10-26T16:58:13.731" v="266"/>
          <ac:spMkLst>
            <pc:docMk/>
            <pc:sldMk cId="0" sldId="258"/>
            <ac:spMk id="4" creationId="{C562BB00-740F-96AB-EB37-19C67B988DA5}"/>
          </ac:spMkLst>
        </pc:spChg>
        <pc:spChg chg="add mod">
          <ac:chgData name="Kiên Trần" userId="a7ea96e4718dd71a" providerId="Windows Live" clId="Web-{9B853636-7058-45C6-B888-A19E858319B5}" dt="2023-10-26T16:57:49.559" v="265" actId="1076"/>
          <ac:spMkLst>
            <pc:docMk/>
            <pc:sldMk cId="0" sldId="258"/>
            <ac:spMk id="5" creationId="{523C5A50-9515-13C2-9AE3-B9BB7956AAE1}"/>
          </ac:spMkLst>
        </pc:spChg>
        <pc:spChg chg="add del mod">
          <ac:chgData name="Kiên Trần" userId="a7ea96e4718dd71a" providerId="Windows Live" clId="Web-{9B853636-7058-45C6-B888-A19E858319B5}" dt="2023-10-26T18:05:37.904" v="603"/>
          <ac:spMkLst>
            <pc:docMk/>
            <pc:sldMk cId="0" sldId="258"/>
            <ac:spMk id="8" creationId="{9E4B7EFF-B1B7-C08A-7A67-7692BB1D76DB}"/>
          </ac:spMkLst>
        </pc:spChg>
        <pc:spChg chg="add del mod">
          <ac:chgData name="Kiên Trần" userId="a7ea96e4718dd71a" providerId="Windows Live" clId="Web-{9B853636-7058-45C6-B888-A19E858319B5}" dt="2023-10-26T18:05:33.889" v="602"/>
          <ac:spMkLst>
            <pc:docMk/>
            <pc:sldMk cId="0" sldId="258"/>
            <ac:spMk id="9" creationId="{C434D0F8-D25A-FEFD-44AB-9F8900F7E0F0}"/>
          </ac:spMkLst>
        </pc:spChg>
        <pc:spChg chg="add mod">
          <ac:chgData name="Kiên Trần" userId="a7ea96e4718dd71a" providerId="Windows Live" clId="Web-{9B853636-7058-45C6-B888-A19E858319B5}" dt="2023-10-26T18:05:22.826" v="601" actId="1076"/>
          <ac:spMkLst>
            <pc:docMk/>
            <pc:sldMk cId="0" sldId="258"/>
            <ac:spMk id="10" creationId="{248DDEB1-D929-5656-8844-CFB8C732E6FF}"/>
          </ac:spMkLst>
        </pc:spChg>
        <pc:spChg chg="add mod">
          <ac:chgData name="Kiên Trần" userId="a7ea96e4718dd71a" providerId="Windows Live" clId="Web-{9B853636-7058-45C6-B888-A19E858319B5}" dt="2023-10-26T18:05:20.341" v="600" actId="1076"/>
          <ac:spMkLst>
            <pc:docMk/>
            <pc:sldMk cId="0" sldId="258"/>
            <ac:spMk id="11" creationId="{ED3DA416-1511-3FE1-3885-64C4C50A00E3}"/>
          </ac:spMkLst>
        </pc:spChg>
        <pc:spChg chg="del">
          <ac:chgData name="Kiên Trần" userId="a7ea96e4718dd71a" providerId="Windows Live" clId="Web-{9B853636-7058-45C6-B888-A19E858319B5}" dt="2023-10-26T16:38:46.810" v="177"/>
          <ac:spMkLst>
            <pc:docMk/>
            <pc:sldMk cId="0" sldId="258"/>
            <ac:spMk id="147" creationId="{00000000-0000-0000-0000-000000000000}"/>
          </ac:spMkLst>
        </pc:spChg>
        <pc:spChg chg="del">
          <ac:chgData name="Kiên Trần" userId="a7ea96e4718dd71a" providerId="Windows Live" clId="Web-{9B853636-7058-45C6-B888-A19E858319B5}" dt="2023-10-26T16:38:48.732" v="179"/>
          <ac:spMkLst>
            <pc:docMk/>
            <pc:sldMk cId="0" sldId="258"/>
            <ac:spMk id="148" creationId="{00000000-0000-0000-0000-000000000000}"/>
          </ac:spMkLst>
        </pc:spChg>
        <pc:spChg chg="del">
          <ac:chgData name="Kiên Trần" userId="a7ea96e4718dd71a" providerId="Windows Live" clId="Web-{9B853636-7058-45C6-B888-A19E858319B5}" dt="2023-10-26T16:38:28.544" v="170"/>
          <ac:spMkLst>
            <pc:docMk/>
            <pc:sldMk cId="0" sldId="258"/>
            <ac:spMk id="149" creationId="{00000000-0000-0000-0000-000000000000}"/>
          </ac:spMkLst>
        </pc:spChg>
        <pc:spChg chg="del mod">
          <ac:chgData name="Kiên Trần" userId="a7ea96e4718dd71a" providerId="Windows Live" clId="Web-{9B853636-7058-45C6-B888-A19E858319B5}" dt="2023-10-26T16:38:45.967" v="176"/>
          <ac:spMkLst>
            <pc:docMk/>
            <pc:sldMk cId="0" sldId="258"/>
            <ac:spMk id="150" creationId="{00000000-0000-0000-0000-000000000000}"/>
          </ac:spMkLst>
        </pc:spChg>
        <pc:spChg chg="mod">
          <ac:chgData name="Kiên Trần" userId="a7ea96e4718dd71a" providerId="Windows Live" clId="Web-{9B853636-7058-45C6-B888-A19E858319B5}" dt="2023-10-26T16:38:24.106" v="138" actId="20577"/>
          <ac:spMkLst>
            <pc:docMk/>
            <pc:sldMk cId="0" sldId="258"/>
            <ac:spMk id="152" creationId="{00000000-0000-0000-0000-000000000000}"/>
          </ac:spMkLst>
        </pc:spChg>
        <pc:spChg chg="del">
          <ac:chgData name="Kiên Trần" userId="a7ea96e4718dd71a" providerId="Windows Live" clId="Web-{9B853636-7058-45C6-B888-A19E858319B5}" dt="2023-10-26T16:38:28.544" v="169"/>
          <ac:spMkLst>
            <pc:docMk/>
            <pc:sldMk cId="0" sldId="258"/>
            <ac:spMk id="156" creationId="{00000000-0000-0000-0000-000000000000}"/>
          </ac:spMkLst>
        </pc:spChg>
        <pc:spChg chg="del">
          <ac:chgData name="Kiên Trần" userId="a7ea96e4718dd71a" providerId="Windows Live" clId="Web-{9B853636-7058-45C6-B888-A19E858319B5}" dt="2023-10-26T16:38:28.544" v="168"/>
          <ac:spMkLst>
            <pc:docMk/>
            <pc:sldMk cId="0" sldId="258"/>
            <ac:spMk id="157" creationId="{00000000-0000-0000-0000-000000000000}"/>
          </ac:spMkLst>
        </pc:spChg>
        <pc:spChg chg="del">
          <ac:chgData name="Kiên Trần" userId="a7ea96e4718dd71a" providerId="Windows Live" clId="Web-{9B853636-7058-45C6-B888-A19E858319B5}" dt="2023-10-26T16:38:47.857" v="178"/>
          <ac:spMkLst>
            <pc:docMk/>
            <pc:sldMk cId="0" sldId="258"/>
            <ac:spMk id="159" creationId="{00000000-0000-0000-0000-000000000000}"/>
          </ac:spMkLst>
        </pc:spChg>
        <pc:spChg chg="del">
          <ac:chgData name="Kiên Trần" userId="a7ea96e4718dd71a" providerId="Windows Live" clId="Web-{9B853636-7058-45C6-B888-A19E858319B5}" dt="2023-10-26T16:38:28.544" v="165"/>
          <ac:spMkLst>
            <pc:docMk/>
            <pc:sldMk cId="0" sldId="258"/>
            <ac:spMk id="161" creationId="{00000000-0000-0000-0000-000000000000}"/>
          </ac:spMkLst>
        </pc:spChg>
        <pc:spChg chg="del">
          <ac:chgData name="Kiên Trần" userId="a7ea96e4718dd71a" providerId="Windows Live" clId="Web-{9B853636-7058-45C6-B888-A19E858319B5}" dt="2023-10-26T16:38:28.544" v="161"/>
          <ac:spMkLst>
            <pc:docMk/>
            <pc:sldMk cId="0" sldId="258"/>
            <ac:spMk id="165" creationId="{00000000-0000-0000-0000-000000000000}"/>
          </ac:spMkLst>
        </pc:spChg>
        <pc:spChg chg="del">
          <ac:chgData name="Kiên Trần" userId="a7ea96e4718dd71a" providerId="Windows Live" clId="Web-{9B853636-7058-45C6-B888-A19E858319B5}" dt="2023-10-26T16:38:28.544" v="160"/>
          <ac:spMkLst>
            <pc:docMk/>
            <pc:sldMk cId="0" sldId="258"/>
            <ac:spMk id="166" creationId="{00000000-0000-0000-0000-000000000000}"/>
          </ac:spMkLst>
        </pc:spChg>
        <pc:spChg chg="del">
          <ac:chgData name="Kiên Trần" userId="a7ea96e4718dd71a" providerId="Windows Live" clId="Web-{9B853636-7058-45C6-B888-A19E858319B5}" dt="2023-10-26T16:38:30.763" v="172"/>
          <ac:spMkLst>
            <pc:docMk/>
            <pc:sldMk cId="0" sldId="258"/>
            <ac:spMk id="167" creationId="{00000000-0000-0000-0000-000000000000}"/>
          </ac:spMkLst>
        </pc:spChg>
        <pc:spChg chg="del">
          <ac:chgData name="Kiên Trần" userId="a7ea96e4718dd71a" providerId="Windows Live" clId="Web-{9B853636-7058-45C6-B888-A19E858319B5}" dt="2023-10-26T16:38:28.544" v="159"/>
          <ac:spMkLst>
            <pc:docMk/>
            <pc:sldMk cId="0" sldId="258"/>
            <ac:spMk id="168" creationId="{00000000-0000-0000-0000-000000000000}"/>
          </ac:spMkLst>
        </pc:spChg>
        <pc:spChg chg="del">
          <ac:chgData name="Kiên Trần" userId="a7ea96e4718dd71a" providerId="Windows Live" clId="Web-{9B853636-7058-45C6-B888-A19E858319B5}" dt="2023-10-26T16:38:28.544" v="158"/>
          <ac:spMkLst>
            <pc:docMk/>
            <pc:sldMk cId="0" sldId="258"/>
            <ac:spMk id="169" creationId="{00000000-0000-0000-0000-000000000000}"/>
          </ac:spMkLst>
        </pc:spChg>
        <pc:spChg chg="del">
          <ac:chgData name="Kiên Trần" userId="a7ea96e4718dd71a" providerId="Windows Live" clId="Web-{9B853636-7058-45C6-B888-A19E858319B5}" dt="2023-10-26T16:38:28.544" v="157"/>
          <ac:spMkLst>
            <pc:docMk/>
            <pc:sldMk cId="0" sldId="258"/>
            <ac:spMk id="170" creationId="{00000000-0000-0000-0000-000000000000}"/>
          </ac:spMkLst>
        </pc:spChg>
        <pc:spChg chg="del">
          <ac:chgData name="Kiên Trần" userId="a7ea96e4718dd71a" providerId="Windows Live" clId="Web-{9B853636-7058-45C6-B888-A19E858319B5}" dt="2023-10-26T16:38:28.544" v="156"/>
          <ac:spMkLst>
            <pc:docMk/>
            <pc:sldMk cId="0" sldId="258"/>
            <ac:spMk id="171" creationId="{00000000-0000-0000-0000-000000000000}"/>
          </ac:spMkLst>
        </pc:spChg>
        <pc:spChg chg="del">
          <ac:chgData name="Kiên Trần" userId="a7ea96e4718dd71a" providerId="Windows Live" clId="Web-{9B853636-7058-45C6-B888-A19E858319B5}" dt="2023-10-26T16:38:28.544" v="155"/>
          <ac:spMkLst>
            <pc:docMk/>
            <pc:sldMk cId="0" sldId="258"/>
            <ac:spMk id="172" creationId="{00000000-0000-0000-0000-000000000000}"/>
          </ac:spMkLst>
        </pc:spChg>
        <pc:spChg chg="del">
          <ac:chgData name="Kiên Trần" userId="a7ea96e4718dd71a" providerId="Windows Live" clId="Web-{9B853636-7058-45C6-B888-A19E858319B5}" dt="2023-10-26T16:38:28.544" v="154"/>
          <ac:spMkLst>
            <pc:docMk/>
            <pc:sldMk cId="0" sldId="258"/>
            <ac:spMk id="173" creationId="{00000000-0000-0000-0000-000000000000}"/>
          </ac:spMkLst>
        </pc:spChg>
        <pc:spChg chg="del">
          <ac:chgData name="Kiên Trần" userId="a7ea96e4718dd71a" providerId="Windows Live" clId="Web-{9B853636-7058-45C6-B888-A19E858319B5}" dt="2023-10-26T16:38:28.544" v="153"/>
          <ac:spMkLst>
            <pc:docMk/>
            <pc:sldMk cId="0" sldId="258"/>
            <ac:spMk id="174" creationId="{00000000-0000-0000-0000-000000000000}"/>
          </ac:spMkLst>
        </pc:spChg>
        <pc:spChg chg="del">
          <ac:chgData name="Kiên Trần" userId="a7ea96e4718dd71a" providerId="Windows Live" clId="Web-{9B853636-7058-45C6-B888-A19E858319B5}" dt="2023-10-26T16:38:28.544" v="152"/>
          <ac:spMkLst>
            <pc:docMk/>
            <pc:sldMk cId="0" sldId="258"/>
            <ac:spMk id="175" creationId="{00000000-0000-0000-0000-000000000000}"/>
          </ac:spMkLst>
        </pc:spChg>
        <pc:spChg chg="del">
          <ac:chgData name="Kiên Trần" userId="a7ea96e4718dd71a" providerId="Windows Live" clId="Web-{9B853636-7058-45C6-B888-A19E858319B5}" dt="2023-10-26T16:38:28.544" v="149"/>
          <ac:spMkLst>
            <pc:docMk/>
            <pc:sldMk cId="0" sldId="258"/>
            <ac:spMk id="178" creationId="{00000000-0000-0000-0000-000000000000}"/>
          </ac:spMkLst>
        </pc:spChg>
        <pc:spChg chg="del">
          <ac:chgData name="Kiên Trần" userId="a7ea96e4718dd71a" providerId="Windows Live" clId="Web-{9B853636-7058-45C6-B888-A19E858319B5}" dt="2023-10-26T16:38:28.528" v="145"/>
          <ac:spMkLst>
            <pc:docMk/>
            <pc:sldMk cId="0" sldId="258"/>
            <ac:spMk id="182" creationId="{00000000-0000-0000-0000-000000000000}"/>
          </ac:spMkLst>
        </pc:spChg>
        <pc:spChg chg="del">
          <ac:chgData name="Kiên Trần" userId="a7ea96e4718dd71a" providerId="Windows Live" clId="Web-{9B853636-7058-45C6-B888-A19E858319B5}" dt="2023-10-26T16:38:28.528" v="144"/>
          <ac:spMkLst>
            <pc:docMk/>
            <pc:sldMk cId="0" sldId="258"/>
            <ac:spMk id="183" creationId="{00000000-0000-0000-0000-000000000000}"/>
          </ac:spMkLst>
        </pc:spChg>
        <pc:spChg chg="del">
          <ac:chgData name="Kiên Trần" userId="a7ea96e4718dd71a" providerId="Windows Live" clId="Web-{9B853636-7058-45C6-B888-A19E858319B5}" dt="2023-10-26T16:38:28.528" v="143"/>
          <ac:spMkLst>
            <pc:docMk/>
            <pc:sldMk cId="0" sldId="258"/>
            <ac:spMk id="184" creationId="{00000000-0000-0000-0000-000000000000}"/>
          </ac:spMkLst>
        </pc:spChg>
        <pc:spChg chg="del">
          <ac:chgData name="Kiên Trần" userId="a7ea96e4718dd71a" providerId="Windows Live" clId="Web-{9B853636-7058-45C6-B888-A19E858319B5}" dt="2023-10-26T16:38:28.528" v="142"/>
          <ac:spMkLst>
            <pc:docMk/>
            <pc:sldMk cId="0" sldId="258"/>
            <ac:spMk id="185" creationId="{00000000-0000-0000-0000-000000000000}"/>
          </ac:spMkLst>
        </pc:spChg>
        <pc:spChg chg="del">
          <ac:chgData name="Kiên Trần" userId="a7ea96e4718dd71a" providerId="Windows Live" clId="Web-{9B853636-7058-45C6-B888-A19E858319B5}" dt="2023-10-26T16:38:28.528" v="141"/>
          <ac:spMkLst>
            <pc:docMk/>
            <pc:sldMk cId="0" sldId="258"/>
            <ac:spMk id="186" creationId="{00000000-0000-0000-0000-000000000000}"/>
          </ac:spMkLst>
        </pc:spChg>
        <pc:spChg chg="del">
          <ac:chgData name="Kiên Trần" userId="a7ea96e4718dd71a" providerId="Windows Live" clId="Web-{9B853636-7058-45C6-B888-A19E858319B5}" dt="2023-10-26T16:38:28.528" v="140"/>
          <ac:spMkLst>
            <pc:docMk/>
            <pc:sldMk cId="0" sldId="258"/>
            <ac:spMk id="187" creationId="{00000000-0000-0000-0000-000000000000}"/>
          </ac:spMkLst>
        </pc:spChg>
        <pc:spChg chg="del">
          <ac:chgData name="Kiên Trần" userId="a7ea96e4718dd71a" providerId="Windows Live" clId="Web-{9B853636-7058-45C6-B888-A19E858319B5}" dt="2023-10-26T16:38:30.763" v="171"/>
          <ac:spMkLst>
            <pc:docMk/>
            <pc:sldMk cId="0" sldId="258"/>
            <ac:spMk id="188" creationId="{00000000-0000-0000-0000-000000000000}"/>
          </ac:spMkLst>
        </pc:spChg>
        <pc:spChg chg="del">
          <ac:chgData name="Kiên Trần" userId="a7ea96e4718dd71a" providerId="Windows Live" clId="Web-{9B853636-7058-45C6-B888-A19E858319B5}" dt="2023-10-26T16:38:28.528" v="139"/>
          <ac:spMkLst>
            <pc:docMk/>
            <pc:sldMk cId="0" sldId="258"/>
            <ac:spMk id="189" creationId="{00000000-0000-0000-0000-000000000000}"/>
          </ac:spMkLst>
        </pc:spChg>
        <pc:spChg chg="del">
          <ac:chgData name="Kiên Trần" userId="a7ea96e4718dd71a" providerId="Windows Live" clId="Web-{9B853636-7058-45C6-B888-A19E858319B5}" dt="2023-10-26T16:38:52.920" v="183"/>
          <ac:spMkLst>
            <pc:docMk/>
            <pc:sldMk cId="0" sldId="258"/>
            <ac:spMk id="190" creationId="{00000000-0000-0000-0000-000000000000}"/>
          </ac:spMkLst>
        </pc:spChg>
        <pc:spChg chg="del mod">
          <ac:chgData name="Kiên Trần" userId="a7ea96e4718dd71a" providerId="Windows Live" clId="Web-{9B853636-7058-45C6-B888-A19E858319B5}" dt="2023-10-26T16:38:52.123" v="182"/>
          <ac:spMkLst>
            <pc:docMk/>
            <pc:sldMk cId="0" sldId="258"/>
            <ac:spMk id="191" creationId="{00000000-0000-0000-0000-000000000000}"/>
          </ac:spMkLst>
        </pc:spChg>
        <pc:spChg chg="del">
          <ac:chgData name="Kiên Trần" userId="a7ea96e4718dd71a" providerId="Windows Live" clId="Web-{9B853636-7058-45C6-B888-A19E858319B5}" dt="2023-10-26T16:38:55.717" v="185"/>
          <ac:spMkLst>
            <pc:docMk/>
            <pc:sldMk cId="0" sldId="258"/>
            <ac:spMk id="192" creationId="{00000000-0000-0000-0000-000000000000}"/>
          </ac:spMkLst>
        </pc:spChg>
        <pc:spChg chg="del">
          <ac:chgData name="Kiên Trần" userId="a7ea96e4718dd71a" providerId="Windows Live" clId="Web-{9B853636-7058-45C6-B888-A19E858319B5}" dt="2023-10-26T16:38:54.936" v="184"/>
          <ac:spMkLst>
            <pc:docMk/>
            <pc:sldMk cId="0" sldId="258"/>
            <ac:spMk id="193" creationId="{00000000-0000-0000-0000-000000000000}"/>
          </ac:spMkLst>
        </pc:spChg>
        <pc:picChg chg="add mod">
          <ac:chgData name="Kiên Trần" userId="a7ea96e4718dd71a" providerId="Windows Live" clId="Web-{9B853636-7058-45C6-B888-A19E858319B5}" dt="2023-10-26T17:05:05.464" v="278" actId="14100"/>
          <ac:picMkLst>
            <pc:docMk/>
            <pc:sldMk cId="0" sldId="258"/>
            <ac:picMk id="6" creationId="{1DF56693-AFE8-4066-E947-79F93C6D0305}"/>
          </ac:picMkLst>
        </pc:picChg>
        <pc:picChg chg="add mod">
          <ac:chgData name="Kiên Trần" userId="a7ea96e4718dd71a" providerId="Windows Live" clId="Web-{9B853636-7058-45C6-B888-A19E858319B5}" dt="2023-10-26T17:28:23.810" v="421" actId="1076"/>
          <ac:picMkLst>
            <pc:docMk/>
            <pc:sldMk cId="0" sldId="258"/>
            <ac:picMk id="7" creationId="{F7159724-5E39-BCE2-D44A-9280A7BBF23A}"/>
          </ac:picMkLst>
        </pc:picChg>
        <pc:cxnChg chg="del">
          <ac:chgData name="Kiên Trần" userId="a7ea96e4718dd71a" providerId="Windows Live" clId="Web-{9B853636-7058-45C6-B888-A19E858319B5}" dt="2023-10-26T16:38:28.544" v="167"/>
          <ac:cxnSpMkLst>
            <pc:docMk/>
            <pc:sldMk cId="0" sldId="258"/>
            <ac:cxnSpMk id="158" creationId="{00000000-0000-0000-0000-000000000000}"/>
          </ac:cxnSpMkLst>
        </pc:cxnChg>
        <pc:cxnChg chg="del mod">
          <ac:chgData name="Kiên Trần" userId="a7ea96e4718dd71a" providerId="Windows Live" clId="Web-{9B853636-7058-45C6-B888-A19E858319B5}" dt="2023-10-26T16:38:28.544" v="166"/>
          <ac:cxnSpMkLst>
            <pc:docMk/>
            <pc:sldMk cId="0" sldId="258"/>
            <ac:cxnSpMk id="160" creationId="{00000000-0000-0000-0000-000000000000}"/>
          </ac:cxnSpMkLst>
        </pc:cxnChg>
        <pc:cxnChg chg="del">
          <ac:chgData name="Kiên Trần" userId="a7ea96e4718dd71a" providerId="Windows Live" clId="Web-{9B853636-7058-45C6-B888-A19E858319B5}" dt="2023-10-26T16:38:28.544" v="164"/>
          <ac:cxnSpMkLst>
            <pc:docMk/>
            <pc:sldMk cId="0" sldId="258"/>
            <ac:cxnSpMk id="162" creationId="{00000000-0000-0000-0000-000000000000}"/>
          </ac:cxnSpMkLst>
        </pc:cxnChg>
        <pc:cxnChg chg="del">
          <ac:chgData name="Kiên Trần" userId="a7ea96e4718dd71a" providerId="Windows Live" clId="Web-{9B853636-7058-45C6-B888-A19E858319B5}" dt="2023-10-26T16:38:28.544" v="163"/>
          <ac:cxnSpMkLst>
            <pc:docMk/>
            <pc:sldMk cId="0" sldId="258"/>
            <ac:cxnSpMk id="163" creationId="{00000000-0000-0000-0000-000000000000}"/>
          </ac:cxnSpMkLst>
        </pc:cxnChg>
        <pc:cxnChg chg="del">
          <ac:chgData name="Kiên Trần" userId="a7ea96e4718dd71a" providerId="Windows Live" clId="Web-{9B853636-7058-45C6-B888-A19E858319B5}" dt="2023-10-26T16:38:28.544" v="162"/>
          <ac:cxnSpMkLst>
            <pc:docMk/>
            <pc:sldMk cId="0" sldId="258"/>
            <ac:cxnSpMk id="164" creationId="{00000000-0000-0000-0000-000000000000}"/>
          </ac:cxnSpMkLst>
        </pc:cxnChg>
        <pc:cxnChg chg="del">
          <ac:chgData name="Kiên Trần" userId="a7ea96e4718dd71a" providerId="Windows Live" clId="Web-{9B853636-7058-45C6-B888-A19E858319B5}" dt="2023-10-26T16:38:28.544" v="151"/>
          <ac:cxnSpMkLst>
            <pc:docMk/>
            <pc:sldMk cId="0" sldId="258"/>
            <ac:cxnSpMk id="176" creationId="{00000000-0000-0000-0000-000000000000}"/>
          </ac:cxnSpMkLst>
        </pc:cxnChg>
        <pc:cxnChg chg="del mod">
          <ac:chgData name="Kiên Trần" userId="a7ea96e4718dd71a" providerId="Windows Live" clId="Web-{9B853636-7058-45C6-B888-A19E858319B5}" dt="2023-10-26T16:38:28.544" v="150"/>
          <ac:cxnSpMkLst>
            <pc:docMk/>
            <pc:sldMk cId="0" sldId="258"/>
            <ac:cxnSpMk id="177" creationId="{00000000-0000-0000-0000-000000000000}"/>
          </ac:cxnSpMkLst>
        </pc:cxnChg>
        <pc:cxnChg chg="del">
          <ac:chgData name="Kiên Trần" userId="a7ea96e4718dd71a" providerId="Windows Live" clId="Web-{9B853636-7058-45C6-B888-A19E858319B5}" dt="2023-10-26T16:38:28.528" v="148"/>
          <ac:cxnSpMkLst>
            <pc:docMk/>
            <pc:sldMk cId="0" sldId="258"/>
            <ac:cxnSpMk id="179" creationId="{00000000-0000-0000-0000-000000000000}"/>
          </ac:cxnSpMkLst>
        </pc:cxnChg>
        <pc:cxnChg chg="del">
          <ac:chgData name="Kiên Trần" userId="a7ea96e4718dd71a" providerId="Windows Live" clId="Web-{9B853636-7058-45C6-B888-A19E858319B5}" dt="2023-10-26T16:38:28.528" v="147"/>
          <ac:cxnSpMkLst>
            <pc:docMk/>
            <pc:sldMk cId="0" sldId="258"/>
            <ac:cxnSpMk id="180" creationId="{00000000-0000-0000-0000-000000000000}"/>
          </ac:cxnSpMkLst>
        </pc:cxnChg>
        <pc:cxnChg chg="del">
          <ac:chgData name="Kiên Trần" userId="a7ea96e4718dd71a" providerId="Windows Live" clId="Web-{9B853636-7058-45C6-B888-A19E858319B5}" dt="2023-10-26T16:38:28.528" v="146"/>
          <ac:cxnSpMkLst>
            <pc:docMk/>
            <pc:sldMk cId="0" sldId="258"/>
            <ac:cxnSpMk id="181" creationId="{00000000-0000-0000-0000-000000000000}"/>
          </ac:cxnSpMkLst>
        </pc:cxnChg>
      </pc:sldChg>
      <pc:sldChg chg="delSp">
        <pc:chgData name="Kiên Trần" userId="a7ea96e4718dd71a" providerId="Windows Live" clId="Web-{9B853636-7058-45C6-B888-A19E858319B5}" dt="2023-10-26T17:06:07.826" v="330"/>
        <pc:sldMkLst>
          <pc:docMk/>
          <pc:sldMk cId="0" sldId="259"/>
        </pc:sldMkLst>
        <pc:spChg chg="del">
          <ac:chgData name="Kiên Trần" userId="a7ea96e4718dd71a" providerId="Windows Live" clId="Web-{9B853636-7058-45C6-B888-A19E858319B5}" dt="2023-10-26T17:06:07.826" v="330"/>
          <ac:spMkLst>
            <pc:docMk/>
            <pc:sldMk cId="0" sldId="259"/>
            <ac:spMk id="198" creationId="{00000000-0000-0000-0000-000000000000}"/>
          </ac:spMkLst>
        </pc:spChg>
        <pc:spChg chg="del">
          <ac:chgData name="Kiên Trần" userId="a7ea96e4718dd71a" providerId="Windows Live" clId="Web-{9B853636-7058-45C6-B888-A19E858319B5}" dt="2023-10-26T17:06:07.826" v="329"/>
          <ac:spMkLst>
            <pc:docMk/>
            <pc:sldMk cId="0" sldId="259"/>
            <ac:spMk id="199" creationId="{00000000-0000-0000-0000-000000000000}"/>
          </ac:spMkLst>
        </pc:spChg>
        <pc:spChg chg="del">
          <ac:chgData name="Kiên Trần" userId="a7ea96e4718dd71a" providerId="Windows Live" clId="Web-{9B853636-7058-45C6-B888-A19E858319B5}" dt="2023-10-26T17:06:07.826" v="328"/>
          <ac:spMkLst>
            <pc:docMk/>
            <pc:sldMk cId="0" sldId="259"/>
            <ac:spMk id="200" creationId="{00000000-0000-0000-0000-000000000000}"/>
          </ac:spMkLst>
        </pc:spChg>
        <pc:spChg chg="del">
          <ac:chgData name="Kiên Trần" userId="a7ea96e4718dd71a" providerId="Windows Live" clId="Web-{9B853636-7058-45C6-B888-A19E858319B5}" dt="2023-10-26T17:06:07.826" v="327"/>
          <ac:spMkLst>
            <pc:docMk/>
            <pc:sldMk cId="0" sldId="259"/>
            <ac:spMk id="206" creationId="{00000000-0000-0000-0000-000000000000}"/>
          </ac:spMkLst>
        </pc:spChg>
        <pc:spChg chg="del">
          <ac:chgData name="Kiên Trần" userId="a7ea96e4718dd71a" providerId="Windows Live" clId="Web-{9B853636-7058-45C6-B888-A19E858319B5}" dt="2023-10-26T17:06:07.826" v="326"/>
          <ac:spMkLst>
            <pc:docMk/>
            <pc:sldMk cId="0" sldId="259"/>
            <ac:spMk id="207" creationId="{00000000-0000-0000-0000-000000000000}"/>
          </ac:spMkLst>
        </pc:spChg>
        <pc:spChg chg="del">
          <ac:chgData name="Kiên Trần" userId="a7ea96e4718dd71a" providerId="Windows Live" clId="Web-{9B853636-7058-45C6-B888-A19E858319B5}" dt="2023-10-26T17:06:07.826" v="323"/>
          <ac:spMkLst>
            <pc:docMk/>
            <pc:sldMk cId="0" sldId="259"/>
            <ac:spMk id="210" creationId="{00000000-0000-0000-0000-000000000000}"/>
          </ac:spMkLst>
        </pc:spChg>
        <pc:spChg chg="del">
          <ac:chgData name="Kiên Trần" userId="a7ea96e4718dd71a" providerId="Windows Live" clId="Web-{9B853636-7058-45C6-B888-A19E858319B5}" dt="2023-10-26T17:06:07.826" v="319"/>
          <ac:spMkLst>
            <pc:docMk/>
            <pc:sldMk cId="0" sldId="259"/>
            <ac:spMk id="214" creationId="{00000000-0000-0000-0000-000000000000}"/>
          </ac:spMkLst>
        </pc:spChg>
        <pc:spChg chg="del">
          <ac:chgData name="Kiên Trần" userId="a7ea96e4718dd71a" providerId="Windows Live" clId="Web-{9B853636-7058-45C6-B888-A19E858319B5}" dt="2023-10-26T17:06:07.826" v="318"/>
          <ac:spMkLst>
            <pc:docMk/>
            <pc:sldMk cId="0" sldId="259"/>
            <ac:spMk id="215" creationId="{00000000-0000-0000-0000-000000000000}"/>
          </ac:spMkLst>
        </pc:spChg>
        <pc:spChg chg="del">
          <ac:chgData name="Kiên Trần" userId="a7ea96e4718dd71a" providerId="Windows Live" clId="Web-{9B853636-7058-45C6-B888-A19E858319B5}" dt="2023-10-26T17:06:07.826" v="317"/>
          <ac:spMkLst>
            <pc:docMk/>
            <pc:sldMk cId="0" sldId="259"/>
            <ac:spMk id="216" creationId="{00000000-0000-0000-0000-000000000000}"/>
          </ac:spMkLst>
        </pc:spChg>
        <pc:spChg chg="del">
          <ac:chgData name="Kiên Trần" userId="a7ea96e4718dd71a" providerId="Windows Live" clId="Web-{9B853636-7058-45C6-B888-A19E858319B5}" dt="2023-10-26T17:06:07.826" v="316"/>
          <ac:spMkLst>
            <pc:docMk/>
            <pc:sldMk cId="0" sldId="259"/>
            <ac:spMk id="217" creationId="{00000000-0000-0000-0000-000000000000}"/>
          </ac:spMkLst>
        </pc:spChg>
        <pc:spChg chg="del">
          <ac:chgData name="Kiên Trần" userId="a7ea96e4718dd71a" providerId="Windows Live" clId="Web-{9B853636-7058-45C6-B888-A19E858319B5}" dt="2023-10-26T17:06:07.826" v="315"/>
          <ac:spMkLst>
            <pc:docMk/>
            <pc:sldMk cId="0" sldId="259"/>
            <ac:spMk id="220" creationId="{00000000-0000-0000-0000-000000000000}"/>
          </ac:spMkLst>
        </pc:spChg>
        <pc:spChg chg="del">
          <ac:chgData name="Kiên Trần" userId="a7ea96e4718dd71a" providerId="Windows Live" clId="Web-{9B853636-7058-45C6-B888-A19E858319B5}" dt="2023-10-26T17:06:07.826" v="314"/>
          <ac:spMkLst>
            <pc:docMk/>
            <pc:sldMk cId="0" sldId="259"/>
            <ac:spMk id="221" creationId="{00000000-0000-0000-0000-000000000000}"/>
          </ac:spMkLst>
        </pc:spChg>
        <pc:spChg chg="del">
          <ac:chgData name="Kiên Trần" userId="a7ea96e4718dd71a" providerId="Windows Live" clId="Web-{9B853636-7058-45C6-B888-A19E858319B5}" dt="2023-10-26T17:06:07.826" v="313"/>
          <ac:spMkLst>
            <pc:docMk/>
            <pc:sldMk cId="0" sldId="259"/>
            <ac:spMk id="222" creationId="{00000000-0000-0000-0000-000000000000}"/>
          </ac:spMkLst>
        </pc:spChg>
        <pc:spChg chg="del">
          <ac:chgData name="Kiên Trần" userId="a7ea96e4718dd71a" providerId="Windows Live" clId="Web-{9B853636-7058-45C6-B888-A19E858319B5}" dt="2023-10-26T17:06:07.826" v="312"/>
          <ac:spMkLst>
            <pc:docMk/>
            <pc:sldMk cId="0" sldId="259"/>
            <ac:spMk id="223" creationId="{00000000-0000-0000-0000-000000000000}"/>
          </ac:spMkLst>
        </pc:spChg>
        <pc:spChg chg="del">
          <ac:chgData name="Kiên Trần" userId="a7ea96e4718dd71a" providerId="Windows Live" clId="Web-{9B853636-7058-45C6-B888-A19E858319B5}" dt="2023-10-26T17:06:07.826" v="311"/>
          <ac:spMkLst>
            <pc:docMk/>
            <pc:sldMk cId="0" sldId="259"/>
            <ac:spMk id="224" creationId="{00000000-0000-0000-0000-000000000000}"/>
          </ac:spMkLst>
        </pc:spChg>
        <pc:spChg chg="del">
          <ac:chgData name="Kiên Trần" userId="a7ea96e4718dd71a" providerId="Windows Live" clId="Web-{9B853636-7058-45C6-B888-A19E858319B5}" dt="2023-10-26T17:06:07.826" v="310"/>
          <ac:spMkLst>
            <pc:docMk/>
            <pc:sldMk cId="0" sldId="259"/>
            <ac:spMk id="225" creationId="{00000000-0000-0000-0000-000000000000}"/>
          </ac:spMkLst>
        </pc:spChg>
        <pc:spChg chg="del">
          <ac:chgData name="Kiên Trần" userId="a7ea96e4718dd71a" providerId="Windows Live" clId="Web-{9B853636-7058-45C6-B888-A19E858319B5}" dt="2023-10-26T17:06:07.826" v="309"/>
          <ac:spMkLst>
            <pc:docMk/>
            <pc:sldMk cId="0" sldId="259"/>
            <ac:spMk id="226" creationId="{00000000-0000-0000-0000-000000000000}"/>
          </ac:spMkLst>
        </pc:spChg>
        <pc:spChg chg="del">
          <ac:chgData name="Kiên Trần" userId="a7ea96e4718dd71a" providerId="Windows Live" clId="Web-{9B853636-7058-45C6-B888-A19E858319B5}" dt="2023-10-26T17:06:07.826" v="308"/>
          <ac:spMkLst>
            <pc:docMk/>
            <pc:sldMk cId="0" sldId="259"/>
            <ac:spMk id="227" creationId="{00000000-0000-0000-0000-000000000000}"/>
          </ac:spMkLst>
        </pc:spChg>
        <pc:spChg chg="del">
          <ac:chgData name="Kiên Trần" userId="a7ea96e4718dd71a" providerId="Windows Live" clId="Web-{9B853636-7058-45C6-B888-A19E858319B5}" dt="2023-10-26T17:06:07.826" v="307"/>
          <ac:spMkLst>
            <pc:docMk/>
            <pc:sldMk cId="0" sldId="259"/>
            <ac:spMk id="228" creationId="{00000000-0000-0000-0000-000000000000}"/>
          </ac:spMkLst>
        </pc:spChg>
        <pc:spChg chg="del">
          <ac:chgData name="Kiên Trần" userId="a7ea96e4718dd71a" providerId="Windows Live" clId="Web-{9B853636-7058-45C6-B888-A19E858319B5}" dt="2023-10-26T17:06:07.826" v="306"/>
          <ac:spMkLst>
            <pc:docMk/>
            <pc:sldMk cId="0" sldId="259"/>
            <ac:spMk id="229" creationId="{00000000-0000-0000-0000-000000000000}"/>
          </ac:spMkLst>
        </pc:spChg>
        <pc:spChg chg="del">
          <ac:chgData name="Kiên Trần" userId="a7ea96e4718dd71a" providerId="Windows Live" clId="Web-{9B853636-7058-45C6-B888-A19E858319B5}" dt="2023-10-26T17:06:07.810" v="303"/>
          <ac:spMkLst>
            <pc:docMk/>
            <pc:sldMk cId="0" sldId="259"/>
            <ac:spMk id="254" creationId="{00000000-0000-0000-0000-000000000000}"/>
          </ac:spMkLst>
        </pc:spChg>
        <pc:spChg chg="del">
          <ac:chgData name="Kiên Trần" userId="a7ea96e4718dd71a" providerId="Windows Live" clId="Web-{9B853636-7058-45C6-B888-A19E858319B5}" dt="2023-10-26T17:06:07.810" v="302"/>
          <ac:spMkLst>
            <pc:docMk/>
            <pc:sldMk cId="0" sldId="259"/>
            <ac:spMk id="255" creationId="{00000000-0000-0000-0000-000000000000}"/>
          </ac:spMkLst>
        </pc:spChg>
        <pc:spChg chg="del">
          <ac:chgData name="Kiên Trần" userId="a7ea96e4718dd71a" providerId="Windows Live" clId="Web-{9B853636-7058-45C6-B888-A19E858319B5}" dt="2023-10-26T17:06:07.810" v="301"/>
          <ac:spMkLst>
            <pc:docMk/>
            <pc:sldMk cId="0" sldId="259"/>
            <ac:spMk id="258" creationId="{00000000-0000-0000-0000-000000000000}"/>
          </ac:spMkLst>
        </pc:spChg>
        <pc:spChg chg="del">
          <ac:chgData name="Kiên Trần" userId="a7ea96e4718dd71a" providerId="Windows Live" clId="Web-{9B853636-7058-45C6-B888-A19E858319B5}" dt="2023-10-26T17:06:07.810" v="300"/>
          <ac:spMkLst>
            <pc:docMk/>
            <pc:sldMk cId="0" sldId="259"/>
            <ac:spMk id="259" creationId="{00000000-0000-0000-0000-000000000000}"/>
          </ac:spMkLst>
        </pc:spChg>
        <pc:spChg chg="del">
          <ac:chgData name="Kiên Trần" userId="a7ea96e4718dd71a" providerId="Windows Live" clId="Web-{9B853636-7058-45C6-B888-A19E858319B5}" dt="2023-10-26T17:06:07.810" v="299"/>
          <ac:spMkLst>
            <pc:docMk/>
            <pc:sldMk cId="0" sldId="259"/>
            <ac:spMk id="262" creationId="{00000000-0000-0000-0000-000000000000}"/>
          </ac:spMkLst>
        </pc:spChg>
        <pc:spChg chg="del">
          <ac:chgData name="Kiên Trần" userId="a7ea96e4718dd71a" providerId="Windows Live" clId="Web-{9B853636-7058-45C6-B888-A19E858319B5}" dt="2023-10-26T17:06:07.810" v="298"/>
          <ac:spMkLst>
            <pc:docMk/>
            <pc:sldMk cId="0" sldId="259"/>
            <ac:spMk id="263" creationId="{00000000-0000-0000-0000-000000000000}"/>
          </ac:spMkLst>
        </pc:spChg>
        <pc:spChg chg="del">
          <ac:chgData name="Kiên Trần" userId="a7ea96e4718dd71a" providerId="Windows Live" clId="Web-{9B853636-7058-45C6-B888-A19E858319B5}" dt="2023-10-26T17:06:07.810" v="297"/>
          <ac:spMkLst>
            <pc:docMk/>
            <pc:sldMk cId="0" sldId="259"/>
            <ac:spMk id="264" creationId="{00000000-0000-0000-0000-000000000000}"/>
          </ac:spMkLst>
        </pc:spChg>
        <pc:spChg chg="del">
          <ac:chgData name="Kiên Trần" userId="a7ea96e4718dd71a" providerId="Windows Live" clId="Web-{9B853636-7058-45C6-B888-A19E858319B5}" dt="2023-10-26T17:06:07.810" v="296"/>
          <ac:spMkLst>
            <pc:docMk/>
            <pc:sldMk cId="0" sldId="259"/>
            <ac:spMk id="265" creationId="{00000000-0000-0000-0000-000000000000}"/>
          </ac:spMkLst>
        </pc:spChg>
        <pc:spChg chg="del">
          <ac:chgData name="Kiên Trần" userId="a7ea96e4718dd71a" providerId="Windows Live" clId="Web-{9B853636-7058-45C6-B888-A19E858319B5}" dt="2023-10-26T17:06:07.810" v="295"/>
          <ac:spMkLst>
            <pc:docMk/>
            <pc:sldMk cId="0" sldId="259"/>
            <ac:spMk id="266" creationId="{00000000-0000-0000-0000-000000000000}"/>
          </ac:spMkLst>
        </pc:spChg>
        <pc:spChg chg="del">
          <ac:chgData name="Kiên Trần" userId="a7ea96e4718dd71a" providerId="Windows Live" clId="Web-{9B853636-7058-45C6-B888-A19E858319B5}" dt="2023-10-26T17:06:07.810" v="294"/>
          <ac:spMkLst>
            <pc:docMk/>
            <pc:sldMk cId="0" sldId="259"/>
            <ac:spMk id="267" creationId="{00000000-0000-0000-0000-000000000000}"/>
          </ac:spMkLst>
        </pc:spChg>
        <pc:spChg chg="del">
          <ac:chgData name="Kiên Trần" userId="a7ea96e4718dd71a" providerId="Windows Live" clId="Web-{9B853636-7058-45C6-B888-A19E858319B5}" dt="2023-10-26T17:06:07.810" v="293"/>
          <ac:spMkLst>
            <pc:docMk/>
            <pc:sldMk cId="0" sldId="259"/>
            <ac:spMk id="268" creationId="{00000000-0000-0000-0000-000000000000}"/>
          </ac:spMkLst>
        </pc:spChg>
        <pc:spChg chg="del">
          <ac:chgData name="Kiên Trần" userId="a7ea96e4718dd71a" providerId="Windows Live" clId="Web-{9B853636-7058-45C6-B888-A19E858319B5}" dt="2023-10-26T17:06:07.810" v="292"/>
          <ac:spMkLst>
            <pc:docMk/>
            <pc:sldMk cId="0" sldId="259"/>
            <ac:spMk id="269" creationId="{00000000-0000-0000-0000-000000000000}"/>
          </ac:spMkLst>
        </pc:spChg>
        <pc:spChg chg="del">
          <ac:chgData name="Kiên Trần" userId="a7ea96e4718dd71a" providerId="Windows Live" clId="Web-{9B853636-7058-45C6-B888-A19E858319B5}" dt="2023-10-26T17:06:07.810" v="291"/>
          <ac:spMkLst>
            <pc:docMk/>
            <pc:sldMk cId="0" sldId="259"/>
            <ac:spMk id="270" creationId="{00000000-0000-0000-0000-000000000000}"/>
          </ac:spMkLst>
        </pc:spChg>
        <pc:spChg chg="del">
          <ac:chgData name="Kiên Trần" userId="a7ea96e4718dd71a" providerId="Windows Live" clId="Web-{9B853636-7058-45C6-B888-A19E858319B5}" dt="2023-10-26T17:06:07.810" v="290"/>
          <ac:spMkLst>
            <pc:docMk/>
            <pc:sldMk cId="0" sldId="259"/>
            <ac:spMk id="271" creationId="{00000000-0000-0000-0000-000000000000}"/>
          </ac:spMkLst>
        </pc:spChg>
        <pc:spChg chg="del">
          <ac:chgData name="Kiên Trần" userId="a7ea96e4718dd71a" providerId="Windows Live" clId="Web-{9B853636-7058-45C6-B888-A19E858319B5}" dt="2023-10-26T17:06:07.810" v="289"/>
          <ac:spMkLst>
            <pc:docMk/>
            <pc:sldMk cId="0" sldId="259"/>
            <ac:spMk id="272" creationId="{00000000-0000-0000-0000-000000000000}"/>
          </ac:spMkLst>
        </pc:spChg>
        <pc:spChg chg="del">
          <ac:chgData name="Kiên Trần" userId="a7ea96e4718dd71a" providerId="Windows Live" clId="Web-{9B853636-7058-45C6-B888-A19E858319B5}" dt="2023-10-26T17:06:07.810" v="288"/>
          <ac:spMkLst>
            <pc:docMk/>
            <pc:sldMk cId="0" sldId="259"/>
            <ac:spMk id="273" creationId="{00000000-0000-0000-0000-000000000000}"/>
          </ac:spMkLst>
        </pc:spChg>
        <pc:spChg chg="del">
          <ac:chgData name="Kiên Trần" userId="a7ea96e4718dd71a" providerId="Windows Live" clId="Web-{9B853636-7058-45C6-B888-A19E858319B5}" dt="2023-10-26T17:06:07.810" v="287"/>
          <ac:spMkLst>
            <pc:docMk/>
            <pc:sldMk cId="0" sldId="259"/>
            <ac:spMk id="274" creationId="{00000000-0000-0000-0000-000000000000}"/>
          </ac:spMkLst>
        </pc:spChg>
        <pc:spChg chg="del">
          <ac:chgData name="Kiên Trần" userId="a7ea96e4718dd71a" providerId="Windows Live" clId="Web-{9B853636-7058-45C6-B888-A19E858319B5}" dt="2023-10-26T17:06:07.810" v="286"/>
          <ac:spMkLst>
            <pc:docMk/>
            <pc:sldMk cId="0" sldId="259"/>
            <ac:spMk id="275" creationId="{00000000-0000-0000-0000-000000000000}"/>
          </ac:spMkLst>
        </pc:spChg>
        <pc:spChg chg="del">
          <ac:chgData name="Kiên Trần" userId="a7ea96e4718dd71a" providerId="Windows Live" clId="Web-{9B853636-7058-45C6-B888-A19E858319B5}" dt="2023-10-26T17:06:07.810" v="285"/>
          <ac:spMkLst>
            <pc:docMk/>
            <pc:sldMk cId="0" sldId="259"/>
            <ac:spMk id="276" creationId="{00000000-0000-0000-0000-000000000000}"/>
          </ac:spMkLst>
        </pc:spChg>
        <pc:spChg chg="del">
          <ac:chgData name="Kiên Trần" userId="a7ea96e4718dd71a" providerId="Windows Live" clId="Web-{9B853636-7058-45C6-B888-A19E858319B5}" dt="2023-10-26T17:06:07.810" v="284"/>
          <ac:spMkLst>
            <pc:docMk/>
            <pc:sldMk cId="0" sldId="259"/>
            <ac:spMk id="277" creationId="{00000000-0000-0000-0000-000000000000}"/>
          </ac:spMkLst>
        </pc:spChg>
        <pc:spChg chg="del">
          <ac:chgData name="Kiên Trần" userId="a7ea96e4718dd71a" providerId="Windows Live" clId="Web-{9B853636-7058-45C6-B888-A19E858319B5}" dt="2023-10-26T17:06:07.810" v="283"/>
          <ac:spMkLst>
            <pc:docMk/>
            <pc:sldMk cId="0" sldId="259"/>
            <ac:spMk id="279" creationId="{00000000-0000-0000-0000-000000000000}"/>
          </ac:spMkLst>
        </pc:spChg>
        <pc:spChg chg="del">
          <ac:chgData name="Kiên Trần" userId="a7ea96e4718dd71a" providerId="Windows Live" clId="Web-{9B853636-7058-45C6-B888-A19E858319B5}" dt="2023-10-26T17:06:07.810" v="282"/>
          <ac:spMkLst>
            <pc:docMk/>
            <pc:sldMk cId="0" sldId="259"/>
            <ac:spMk id="282" creationId="{00000000-0000-0000-0000-000000000000}"/>
          </ac:spMkLst>
        </pc:spChg>
        <pc:spChg chg="del">
          <ac:chgData name="Kiên Trần" userId="a7ea96e4718dd71a" providerId="Windows Live" clId="Web-{9B853636-7058-45C6-B888-A19E858319B5}" dt="2023-10-26T17:06:07.810" v="281"/>
          <ac:spMkLst>
            <pc:docMk/>
            <pc:sldMk cId="0" sldId="259"/>
            <ac:spMk id="283" creationId="{00000000-0000-0000-0000-000000000000}"/>
          </ac:spMkLst>
        </pc:spChg>
        <pc:spChg chg="del">
          <ac:chgData name="Kiên Trần" userId="a7ea96e4718dd71a" providerId="Windows Live" clId="Web-{9B853636-7058-45C6-B888-A19E858319B5}" dt="2023-10-26T17:06:07.810" v="280"/>
          <ac:spMkLst>
            <pc:docMk/>
            <pc:sldMk cId="0" sldId="259"/>
            <ac:spMk id="286" creationId="{00000000-0000-0000-0000-000000000000}"/>
          </ac:spMkLst>
        </pc:spChg>
        <pc:spChg chg="del">
          <ac:chgData name="Kiên Trần" userId="a7ea96e4718dd71a" providerId="Windows Live" clId="Web-{9B853636-7058-45C6-B888-A19E858319B5}" dt="2023-10-26T17:06:07.810" v="279"/>
          <ac:spMkLst>
            <pc:docMk/>
            <pc:sldMk cId="0" sldId="259"/>
            <ac:spMk id="287" creationId="{00000000-0000-0000-0000-000000000000}"/>
          </ac:spMkLst>
        </pc:spChg>
        <pc:cxnChg chg="del">
          <ac:chgData name="Kiên Trần" userId="a7ea96e4718dd71a" providerId="Windows Live" clId="Web-{9B853636-7058-45C6-B888-A19E858319B5}" dt="2023-10-26T17:06:07.826" v="325"/>
          <ac:cxnSpMkLst>
            <pc:docMk/>
            <pc:sldMk cId="0" sldId="259"/>
            <ac:cxnSpMk id="208" creationId="{00000000-0000-0000-0000-000000000000}"/>
          </ac:cxnSpMkLst>
        </pc:cxnChg>
        <pc:cxnChg chg="del">
          <ac:chgData name="Kiên Trần" userId="a7ea96e4718dd71a" providerId="Windows Live" clId="Web-{9B853636-7058-45C6-B888-A19E858319B5}" dt="2023-10-26T17:06:07.826" v="324"/>
          <ac:cxnSpMkLst>
            <pc:docMk/>
            <pc:sldMk cId="0" sldId="259"/>
            <ac:cxnSpMk id="209" creationId="{00000000-0000-0000-0000-000000000000}"/>
          </ac:cxnSpMkLst>
        </pc:cxnChg>
        <pc:cxnChg chg="del">
          <ac:chgData name="Kiên Trần" userId="a7ea96e4718dd71a" providerId="Windows Live" clId="Web-{9B853636-7058-45C6-B888-A19E858319B5}" dt="2023-10-26T17:06:07.826" v="322"/>
          <ac:cxnSpMkLst>
            <pc:docMk/>
            <pc:sldMk cId="0" sldId="259"/>
            <ac:cxnSpMk id="211" creationId="{00000000-0000-0000-0000-000000000000}"/>
          </ac:cxnSpMkLst>
        </pc:cxnChg>
        <pc:cxnChg chg="del">
          <ac:chgData name="Kiên Trần" userId="a7ea96e4718dd71a" providerId="Windows Live" clId="Web-{9B853636-7058-45C6-B888-A19E858319B5}" dt="2023-10-26T17:06:07.826" v="321"/>
          <ac:cxnSpMkLst>
            <pc:docMk/>
            <pc:sldMk cId="0" sldId="259"/>
            <ac:cxnSpMk id="212" creationId="{00000000-0000-0000-0000-000000000000}"/>
          </ac:cxnSpMkLst>
        </pc:cxnChg>
        <pc:cxnChg chg="del">
          <ac:chgData name="Kiên Trần" userId="a7ea96e4718dd71a" providerId="Windows Live" clId="Web-{9B853636-7058-45C6-B888-A19E858319B5}" dt="2023-10-26T17:06:07.826" v="320"/>
          <ac:cxnSpMkLst>
            <pc:docMk/>
            <pc:sldMk cId="0" sldId="259"/>
            <ac:cxnSpMk id="213" creationId="{00000000-0000-0000-0000-000000000000}"/>
          </ac:cxnSpMkLst>
        </pc:cxnChg>
        <pc:cxnChg chg="del">
          <ac:chgData name="Kiên Trần" userId="a7ea96e4718dd71a" providerId="Windows Live" clId="Web-{9B853636-7058-45C6-B888-A19E858319B5}" dt="2023-10-26T17:06:07.810" v="305"/>
          <ac:cxnSpMkLst>
            <pc:docMk/>
            <pc:sldMk cId="0" sldId="259"/>
            <ac:cxnSpMk id="230" creationId="{00000000-0000-0000-0000-000000000000}"/>
          </ac:cxnSpMkLst>
        </pc:cxnChg>
        <pc:cxnChg chg="del">
          <ac:chgData name="Kiên Trần" userId="a7ea96e4718dd71a" providerId="Windows Live" clId="Web-{9B853636-7058-45C6-B888-A19E858319B5}" dt="2023-10-26T17:06:07.810" v="304"/>
          <ac:cxnSpMkLst>
            <pc:docMk/>
            <pc:sldMk cId="0" sldId="259"/>
            <ac:cxnSpMk id="231" creationId="{00000000-0000-0000-0000-000000000000}"/>
          </ac:cxnSpMkLst>
        </pc:cxnChg>
      </pc:sldChg>
      <pc:sldChg chg="addSp delSp modSp add replId">
        <pc:chgData name="Kiên Trần" userId="a7ea96e4718dd71a" providerId="Windows Live" clId="Web-{9B853636-7058-45C6-B888-A19E858319B5}" dt="2023-10-26T18:15:12.049" v="633" actId="1076"/>
        <pc:sldMkLst>
          <pc:docMk/>
          <pc:sldMk cId="3994571978" sldId="289"/>
        </pc:sldMkLst>
        <pc:spChg chg="add mod">
          <ac:chgData name="Kiên Trần" userId="a7ea96e4718dd71a" providerId="Windows Live" clId="Web-{9B853636-7058-45C6-B888-A19E858319B5}" dt="2023-10-26T18:11:39.495" v="622" actId="1076"/>
          <ac:spMkLst>
            <pc:docMk/>
            <pc:sldMk cId="3994571978" sldId="289"/>
            <ac:spMk id="3" creationId="{2CF7695C-6EF6-DFB7-7832-B3BAC080A2FF}"/>
          </ac:spMkLst>
        </pc:spChg>
        <pc:spChg chg="mod">
          <ac:chgData name="Kiên Trần" userId="a7ea96e4718dd71a" providerId="Windows Live" clId="Web-{9B853636-7058-45C6-B888-A19E858319B5}" dt="2023-10-26T17:06:23.623" v="340" actId="20577"/>
          <ac:spMkLst>
            <pc:docMk/>
            <pc:sldMk cId="3994571978" sldId="289"/>
            <ac:spMk id="5" creationId="{523C5A50-9515-13C2-9AE3-B9BB7956AAE1}"/>
          </ac:spMkLst>
        </pc:spChg>
        <pc:spChg chg="add mod">
          <ac:chgData name="Kiên Trần" userId="a7ea96e4718dd71a" providerId="Windows Live" clId="Web-{9B853636-7058-45C6-B888-A19E858319B5}" dt="2023-10-26T18:10:39.477" v="615" actId="14100"/>
          <ac:spMkLst>
            <pc:docMk/>
            <pc:sldMk cId="3994571978" sldId="289"/>
            <ac:spMk id="8" creationId="{E560CB84-3486-D9C6-84FA-5E7CCADB1EE4}"/>
          </ac:spMkLst>
        </pc:spChg>
        <pc:spChg chg="add del mod">
          <ac:chgData name="Kiên Trần" userId="a7ea96e4718dd71a" providerId="Windows Live" clId="Web-{9B853636-7058-45C6-B888-A19E858319B5}" dt="2023-10-26T18:11:42.229" v="623"/>
          <ac:spMkLst>
            <pc:docMk/>
            <pc:sldMk cId="3994571978" sldId="289"/>
            <ac:spMk id="9" creationId="{3DB6DB77-9C8B-ACD2-3D53-D5D29E66E188}"/>
          </ac:spMkLst>
        </pc:spChg>
        <pc:picChg chg="add del mod">
          <ac:chgData name="Kiên Trần" userId="a7ea96e4718dd71a" providerId="Windows Live" clId="Web-{9B853636-7058-45C6-B888-A19E858319B5}" dt="2023-10-26T17:23:29.800" v="401"/>
          <ac:picMkLst>
            <pc:docMk/>
            <pc:sldMk cId="3994571978" sldId="289"/>
            <ac:picMk id="2" creationId="{5A35CCA3-7AD9-9A96-A7D6-4BD5C576872F}"/>
          </ac:picMkLst>
        </pc:picChg>
        <pc:picChg chg="add mod">
          <ac:chgData name="Kiên Trần" userId="a7ea96e4718dd71a" providerId="Windows Live" clId="Web-{9B853636-7058-45C6-B888-A19E858319B5}" dt="2023-10-26T18:11:36.573" v="621" actId="1076"/>
          <ac:picMkLst>
            <pc:docMk/>
            <pc:sldMk cId="3994571978" sldId="289"/>
            <ac:picMk id="4" creationId="{059590BB-3A4E-E402-CC9D-CB6F30BEF546}"/>
          </ac:picMkLst>
        </pc:picChg>
        <pc:picChg chg="del">
          <ac:chgData name="Kiên Trần" userId="a7ea96e4718dd71a" providerId="Windows Live" clId="Web-{9B853636-7058-45C6-B888-A19E858319B5}" dt="2023-10-26T17:06:26.420" v="342"/>
          <ac:picMkLst>
            <pc:docMk/>
            <pc:sldMk cId="3994571978" sldId="289"/>
            <ac:picMk id="6" creationId="{1DF56693-AFE8-4066-E947-79F93C6D0305}"/>
          </ac:picMkLst>
        </pc:picChg>
        <pc:picChg chg="del">
          <ac:chgData name="Kiên Trần" userId="a7ea96e4718dd71a" providerId="Windows Live" clId="Web-{9B853636-7058-45C6-B888-A19E858319B5}" dt="2023-10-26T17:06:25.811" v="341"/>
          <ac:picMkLst>
            <pc:docMk/>
            <pc:sldMk cId="3994571978" sldId="289"/>
            <ac:picMk id="7" creationId="{F7159724-5E39-BCE2-D44A-9280A7BBF23A}"/>
          </ac:picMkLst>
        </pc:picChg>
        <pc:picChg chg="add del mod">
          <ac:chgData name="Kiên Trần" userId="a7ea96e4718dd71a" providerId="Windows Live" clId="Web-{9B853636-7058-45C6-B888-A19E858319B5}" dt="2023-10-26T18:15:03.752" v="627"/>
          <ac:picMkLst>
            <pc:docMk/>
            <pc:sldMk cId="3994571978" sldId="289"/>
            <ac:picMk id="10" creationId="{27E65073-EE85-99A4-390C-1D4EEEE4CF3E}"/>
          </ac:picMkLst>
        </pc:picChg>
        <pc:picChg chg="add mod">
          <ac:chgData name="Kiên Trần" userId="a7ea96e4718dd71a" providerId="Windows Live" clId="Web-{9B853636-7058-45C6-B888-A19E858319B5}" dt="2023-10-26T18:15:12.049" v="633" actId="1076"/>
          <ac:picMkLst>
            <pc:docMk/>
            <pc:sldMk cId="3994571978" sldId="289"/>
            <ac:picMk id="11" creationId="{0C749C04-C2F8-E360-DE1C-64B360807BA3}"/>
          </ac:picMkLst>
        </pc:picChg>
      </pc:sldChg>
      <pc:sldChg chg="modSp add replId">
        <pc:chgData name="Kiên Trần" userId="a7ea96e4718dd71a" providerId="Windows Live" clId="Web-{9B853636-7058-45C6-B888-A19E858319B5}" dt="2023-10-26T17:07:41.532" v="359" actId="20577"/>
        <pc:sldMkLst>
          <pc:docMk/>
          <pc:sldMk cId="1855815764" sldId="290"/>
        </pc:sldMkLst>
        <pc:spChg chg="mod">
          <ac:chgData name="Kiên Trần" userId="a7ea96e4718dd71a" providerId="Windows Live" clId="Web-{9B853636-7058-45C6-B888-A19E858319B5}" dt="2023-10-26T17:07:41.532" v="359" actId="20577"/>
          <ac:spMkLst>
            <pc:docMk/>
            <pc:sldMk cId="1855815764" sldId="290"/>
            <ac:spMk id="5" creationId="{523C5A50-9515-13C2-9AE3-B9BB7956AAE1}"/>
          </ac:spMkLst>
        </pc:spChg>
      </pc:sldChg>
    </pc:docChg>
  </pc:docChgLst>
  <pc:docChgLst>
    <pc:chgData name="Kiên Trần" userId="a7ea96e4718dd71a" providerId="Windows Live" clId="Web-{5CE278E6-6B5C-4D5C-BE01-C616AE34C4CB}"/>
    <pc:docChg chg="mod addSld delSld modSld">
      <pc:chgData name="Kiên Trần" userId="a7ea96e4718dd71a" providerId="Windows Live" clId="Web-{5CE278E6-6B5C-4D5C-BE01-C616AE34C4CB}" dt="2023-10-27T01:14:04.518" v="1163"/>
      <pc:docMkLst>
        <pc:docMk/>
      </pc:docMkLst>
      <pc:sldChg chg="modSp">
        <pc:chgData name="Kiên Trần" userId="a7ea96e4718dd71a" providerId="Windows Live" clId="Web-{5CE278E6-6B5C-4D5C-BE01-C616AE34C4CB}" dt="2023-10-27T00:53:07.817" v="1126" actId="1076"/>
        <pc:sldMkLst>
          <pc:docMk/>
          <pc:sldMk cId="0" sldId="257"/>
        </pc:sldMkLst>
        <pc:spChg chg="mod">
          <ac:chgData name="Kiên Trần" userId="a7ea96e4718dd71a" providerId="Windows Live" clId="Web-{5CE278E6-6B5C-4D5C-BE01-C616AE34C4CB}" dt="2023-10-27T00:53:07.660" v="1107" actId="1076"/>
          <ac:spMkLst>
            <pc:docMk/>
            <pc:sldMk cId="0" sldId="257"/>
            <ac:spMk id="102" creationId="{00000000-0000-0000-0000-000000000000}"/>
          </ac:spMkLst>
        </pc:spChg>
        <pc:spChg chg="mod">
          <ac:chgData name="Kiên Trần" userId="a7ea96e4718dd71a" providerId="Windows Live" clId="Web-{5CE278E6-6B5C-4D5C-BE01-C616AE34C4CB}" dt="2023-10-27T00:53:07.660" v="1108" actId="1076"/>
          <ac:spMkLst>
            <pc:docMk/>
            <pc:sldMk cId="0" sldId="257"/>
            <ac:spMk id="103" creationId="{00000000-0000-0000-0000-000000000000}"/>
          </ac:spMkLst>
        </pc:spChg>
        <pc:spChg chg="mod">
          <ac:chgData name="Kiên Trần" userId="a7ea96e4718dd71a" providerId="Windows Live" clId="Web-{5CE278E6-6B5C-4D5C-BE01-C616AE34C4CB}" dt="2023-10-27T00:53:07.676" v="1109" actId="1076"/>
          <ac:spMkLst>
            <pc:docMk/>
            <pc:sldMk cId="0" sldId="257"/>
            <ac:spMk id="106" creationId="{00000000-0000-0000-0000-000000000000}"/>
          </ac:spMkLst>
        </pc:spChg>
        <pc:spChg chg="mod">
          <ac:chgData name="Kiên Trần" userId="a7ea96e4718dd71a" providerId="Windows Live" clId="Web-{5CE278E6-6B5C-4D5C-BE01-C616AE34C4CB}" dt="2023-10-27T00:53:07.676" v="1110" actId="1076"/>
          <ac:spMkLst>
            <pc:docMk/>
            <pc:sldMk cId="0" sldId="257"/>
            <ac:spMk id="111" creationId="{00000000-0000-0000-0000-000000000000}"/>
          </ac:spMkLst>
        </pc:spChg>
        <pc:spChg chg="mod">
          <ac:chgData name="Kiên Trần" userId="a7ea96e4718dd71a" providerId="Windows Live" clId="Web-{5CE278E6-6B5C-4D5C-BE01-C616AE34C4CB}" dt="2023-10-27T00:53:07.692" v="1111" actId="1076"/>
          <ac:spMkLst>
            <pc:docMk/>
            <pc:sldMk cId="0" sldId="257"/>
            <ac:spMk id="112" creationId="{00000000-0000-0000-0000-000000000000}"/>
          </ac:spMkLst>
        </pc:spChg>
        <pc:spChg chg="mod">
          <ac:chgData name="Kiên Trần" userId="a7ea96e4718dd71a" providerId="Windows Live" clId="Web-{5CE278E6-6B5C-4D5C-BE01-C616AE34C4CB}" dt="2023-10-27T00:53:07.692" v="1112" actId="1076"/>
          <ac:spMkLst>
            <pc:docMk/>
            <pc:sldMk cId="0" sldId="257"/>
            <ac:spMk id="113" creationId="{00000000-0000-0000-0000-000000000000}"/>
          </ac:spMkLst>
        </pc:spChg>
        <pc:spChg chg="mod">
          <ac:chgData name="Kiên Trần" userId="a7ea96e4718dd71a" providerId="Windows Live" clId="Web-{5CE278E6-6B5C-4D5C-BE01-C616AE34C4CB}" dt="2023-10-27T00:53:07.707" v="1113" actId="1076"/>
          <ac:spMkLst>
            <pc:docMk/>
            <pc:sldMk cId="0" sldId="257"/>
            <ac:spMk id="115" creationId="{00000000-0000-0000-0000-000000000000}"/>
          </ac:spMkLst>
        </pc:spChg>
        <pc:spChg chg="mod">
          <ac:chgData name="Kiên Trần" userId="a7ea96e4718dd71a" providerId="Windows Live" clId="Web-{5CE278E6-6B5C-4D5C-BE01-C616AE34C4CB}" dt="2023-10-27T00:53:07.707" v="1114" actId="1076"/>
          <ac:spMkLst>
            <pc:docMk/>
            <pc:sldMk cId="0" sldId="257"/>
            <ac:spMk id="116" creationId="{00000000-0000-0000-0000-000000000000}"/>
          </ac:spMkLst>
        </pc:spChg>
        <pc:spChg chg="mod">
          <ac:chgData name="Kiên Trần" userId="a7ea96e4718dd71a" providerId="Windows Live" clId="Web-{5CE278E6-6B5C-4D5C-BE01-C616AE34C4CB}" dt="2023-10-27T00:53:07.723" v="1115" actId="1076"/>
          <ac:spMkLst>
            <pc:docMk/>
            <pc:sldMk cId="0" sldId="257"/>
            <ac:spMk id="117" creationId="{00000000-0000-0000-0000-000000000000}"/>
          </ac:spMkLst>
        </pc:spChg>
        <pc:spChg chg="mod">
          <ac:chgData name="Kiên Trần" userId="a7ea96e4718dd71a" providerId="Windows Live" clId="Web-{5CE278E6-6B5C-4D5C-BE01-C616AE34C4CB}" dt="2023-10-27T00:53:07.739" v="1116" actId="1076"/>
          <ac:spMkLst>
            <pc:docMk/>
            <pc:sldMk cId="0" sldId="257"/>
            <ac:spMk id="118" creationId="{00000000-0000-0000-0000-000000000000}"/>
          </ac:spMkLst>
        </pc:spChg>
        <pc:spChg chg="mod">
          <ac:chgData name="Kiên Trần" userId="a7ea96e4718dd71a" providerId="Windows Live" clId="Web-{5CE278E6-6B5C-4D5C-BE01-C616AE34C4CB}" dt="2023-10-27T00:53:07.739" v="1117" actId="1076"/>
          <ac:spMkLst>
            <pc:docMk/>
            <pc:sldMk cId="0" sldId="257"/>
            <ac:spMk id="120" creationId="{00000000-0000-0000-0000-000000000000}"/>
          </ac:spMkLst>
        </pc:spChg>
        <pc:spChg chg="mod">
          <ac:chgData name="Kiên Trần" userId="a7ea96e4718dd71a" providerId="Windows Live" clId="Web-{5CE278E6-6B5C-4D5C-BE01-C616AE34C4CB}" dt="2023-10-27T00:53:07.754" v="1118" actId="1076"/>
          <ac:spMkLst>
            <pc:docMk/>
            <pc:sldMk cId="0" sldId="257"/>
            <ac:spMk id="121" creationId="{00000000-0000-0000-0000-000000000000}"/>
          </ac:spMkLst>
        </pc:spChg>
        <pc:spChg chg="mod">
          <ac:chgData name="Kiên Trần" userId="a7ea96e4718dd71a" providerId="Windows Live" clId="Web-{5CE278E6-6B5C-4D5C-BE01-C616AE34C4CB}" dt="2023-10-27T00:53:07.754" v="1119" actId="1076"/>
          <ac:spMkLst>
            <pc:docMk/>
            <pc:sldMk cId="0" sldId="257"/>
            <ac:spMk id="122" creationId="{00000000-0000-0000-0000-000000000000}"/>
          </ac:spMkLst>
        </pc:spChg>
        <pc:spChg chg="mod">
          <ac:chgData name="Kiên Trần" userId="a7ea96e4718dd71a" providerId="Windows Live" clId="Web-{5CE278E6-6B5C-4D5C-BE01-C616AE34C4CB}" dt="2023-10-27T00:53:07.770" v="1120" actId="1076"/>
          <ac:spMkLst>
            <pc:docMk/>
            <pc:sldMk cId="0" sldId="257"/>
            <ac:spMk id="123" creationId="{00000000-0000-0000-0000-000000000000}"/>
          </ac:spMkLst>
        </pc:spChg>
        <pc:spChg chg="mod">
          <ac:chgData name="Kiên Trần" userId="a7ea96e4718dd71a" providerId="Windows Live" clId="Web-{5CE278E6-6B5C-4D5C-BE01-C616AE34C4CB}" dt="2023-10-27T00:53:07.770" v="1121" actId="1076"/>
          <ac:spMkLst>
            <pc:docMk/>
            <pc:sldMk cId="0" sldId="257"/>
            <ac:spMk id="126" creationId="{00000000-0000-0000-0000-000000000000}"/>
          </ac:spMkLst>
        </pc:spChg>
        <pc:spChg chg="mod">
          <ac:chgData name="Kiên Trần" userId="a7ea96e4718dd71a" providerId="Windows Live" clId="Web-{5CE278E6-6B5C-4D5C-BE01-C616AE34C4CB}" dt="2023-10-27T00:53:07.785" v="1122" actId="1076"/>
          <ac:spMkLst>
            <pc:docMk/>
            <pc:sldMk cId="0" sldId="257"/>
            <ac:spMk id="133" creationId="{00000000-0000-0000-0000-000000000000}"/>
          </ac:spMkLst>
        </pc:spChg>
        <pc:spChg chg="mod">
          <ac:chgData name="Kiên Trần" userId="a7ea96e4718dd71a" providerId="Windows Live" clId="Web-{5CE278E6-6B5C-4D5C-BE01-C616AE34C4CB}" dt="2023-10-27T00:53:07.785" v="1123" actId="1076"/>
          <ac:spMkLst>
            <pc:docMk/>
            <pc:sldMk cId="0" sldId="257"/>
            <ac:spMk id="134" creationId="{00000000-0000-0000-0000-000000000000}"/>
          </ac:spMkLst>
        </pc:spChg>
        <pc:spChg chg="mod">
          <ac:chgData name="Kiên Trần" userId="a7ea96e4718dd71a" providerId="Windows Live" clId="Web-{5CE278E6-6B5C-4D5C-BE01-C616AE34C4CB}" dt="2023-10-27T00:53:07.801" v="1124" actId="1076"/>
          <ac:spMkLst>
            <pc:docMk/>
            <pc:sldMk cId="0" sldId="257"/>
            <ac:spMk id="135" creationId="{00000000-0000-0000-0000-000000000000}"/>
          </ac:spMkLst>
        </pc:spChg>
        <pc:spChg chg="mod">
          <ac:chgData name="Kiên Trần" userId="a7ea96e4718dd71a" providerId="Windows Live" clId="Web-{5CE278E6-6B5C-4D5C-BE01-C616AE34C4CB}" dt="2023-10-27T00:53:07.801" v="1125" actId="1076"/>
          <ac:spMkLst>
            <pc:docMk/>
            <pc:sldMk cId="0" sldId="257"/>
            <ac:spMk id="136" creationId="{00000000-0000-0000-0000-000000000000}"/>
          </ac:spMkLst>
        </pc:spChg>
        <pc:spChg chg="mod">
          <ac:chgData name="Kiên Trần" userId="a7ea96e4718dd71a" providerId="Windows Live" clId="Web-{5CE278E6-6B5C-4D5C-BE01-C616AE34C4CB}" dt="2023-10-27T00:53:07.817" v="1126" actId="1076"/>
          <ac:spMkLst>
            <pc:docMk/>
            <pc:sldMk cId="0" sldId="257"/>
            <ac:spMk id="137" creationId="{00000000-0000-0000-0000-000000000000}"/>
          </ac:spMkLst>
        </pc:spChg>
      </pc:sldChg>
      <pc:sldChg chg="modSp">
        <pc:chgData name="Kiên Trần" userId="a7ea96e4718dd71a" providerId="Windows Live" clId="Web-{5CE278E6-6B5C-4D5C-BE01-C616AE34C4CB}" dt="2023-10-27T00:53:21.614" v="1131" actId="14100"/>
        <pc:sldMkLst>
          <pc:docMk/>
          <pc:sldMk cId="0" sldId="258"/>
        </pc:sldMkLst>
        <pc:spChg chg="mod">
          <ac:chgData name="Kiên Trần" userId="a7ea96e4718dd71a" providerId="Windows Live" clId="Web-{5CE278E6-6B5C-4D5C-BE01-C616AE34C4CB}" dt="2023-10-27T00:53:21.614" v="1131" actId="14100"/>
          <ac:spMkLst>
            <pc:docMk/>
            <pc:sldMk cId="0" sldId="258"/>
            <ac:spMk id="5" creationId="{523C5A50-9515-13C2-9AE3-B9BB7956AAE1}"/>
          </ac:spMkLst>
        </pc:spChg>
        <pc:spChg chg="mod">
          <ac:chgData name="Kiên Trần" userId="a7ea96e4718dd71a" providerId="Windows Live" clId="Web-{5CE278E6-6B5C-4D5C-BE01-C616AE34C4CB}" dt="2023-10-26T19:58:32.961" v="174" actId="20577"/>
          <ac:spMkLst>
            <pc:docMk/>
            <pc:sldMk cId="0" sldId="258"/>
            <ac:spMk id="152" creationId="{00000000-0000-0000-0000-000000000000}"/>
          </ac:spMkLst>
        </pc:spChg>
      </pc:sldChg>
      <pc:sldChg chg="addSp delSp modSp addCm">
        <pc:chgData name="Kiên Trần" userId="a7ea96e4718dd71a" providerId="Windows Live" clId="Web-{5CE278E6-6B5C-4D5C-BE01-C616AE34C4CB}" dt="2023-10-26T23:39:33.723" v="446" actId="14100"/>
        <pc:sldMkLst>
          <pc:docMk/>
          <pc:sldMk cId="0" sldId="259"/>
        </pc:sldMkLst>
        <pc:spChg chg="add mod">
          <ac:chgData name="Kiên Trần" userId="a7ea96e4718dd71a" providerId="Windows Live" clId="Web-{5CE278E6-6B5C-4D5C-BE01-C616AE34C4CB}" dt="2023-10-26T23:31:19.797" v="312" actId="20577"/>
          <ac:spMkLst>
            <pc:docMk/>
            <pc:sldMk cId="0" sldId="259"/>
            <ac:spMk id="2" creationId="{1AFF16A2-2E53-E3C1-1A2B-40F4E3ED4B91}"/>
          </ac:spMkLst>
        </pc:spChg>
        <pc:spChg chg="add mod">
          <ac:chgData name="Kiên Trần" userId="a7ea96e4718dd71a" providerId="Windows Live" clId="Web-{5CE278E6-6B5C-4D5C-BE01-C616AE34C4CB}" dt="2023-10-26T23:36:59.062" v="383" actId="1076"/>
          <ac:spMkLst>
            <pc:docMk/>
            <pc:sldMk cId="0" sldId="259"/>
            <ac:spMk id="3" creationId="{3754BBAD-06E9-41C1-736F-BC5339EA352F}"/>
          </ac:spMkLst>
        </pc:spChg>
        <pc:spChg chg="add mod">
          <ac:chgData name="Kiên Trần" userId="a7ea96e4718dd71a" providerId="Windows Live" clId="Web-{5CE278E6-6B5C-4D5C-BE01-C616AE34C4CB}" dt="2023-10-26T23:39:18.114" v="439" actId="20577"/>
          <ac:spMkLst>
            <pc:docMk/>
            <pc:sldMk cId="0" sldId="259"/>
            <ac:spMk id="4" creationId="{F1283C6A-8A2F-8817-22E5-A956A7F2FA5A}"/>
          </ac:spMkLst>
        </pc:spChg>
        <pc:spChg chg="mod">
          <ac:chgData name="Kiên Trần" userId="a7ea96e4718dd71a" providerId="Windows Live" clId="Web-{5CE278E6-6B5C-4D5C-BE01-C616AE34C4CB}" dt="2023-10-26T19:59:17.962" v="200" actId="20577"/>
          <ac:spMkLst>
            <pc:docMk/>
            <pc:sldMk cId="0" sldId="259"/>
            <ac:spMk id="202" creationId="{00000000-0000-0000-0000-000000000000}"/>
          </ac:spMkLst>
        </pc:spChg>
        <pc:spChg chg="del">
          <ac:chgData name="Kiên Trần" userId="a7ea96e4718dd71a" providerId="Windows Live" clId="Web-{5CE278E6-6B5C-4D5C-BE01-C616AE34C4CB}" dt="2023-10-26T23:24:44.595" v="253"/>
          <ac:spMkLst>
            <pc:docMk/>
            <pc:sldMk cId="0" sldId="259"/>
            <ac:spMk id="218" creationId="{00000000-0000-0000-0000-000000000000}"/>
          </ac:spMkLst>
        </pc:spChg>
        <pc:spChg chg="del">
          <ac:chgData name="Kiên Trần" userId="a7ea96e4718dd71a" providerId="Windows Live" clId="Web-{5CE278E6-6B5C-4D5C-BE01-C616AE34C4CB}" dt="2023-10-26T23:24:43.658" v="252"/>
          <ac:spMkLst>
            <pc:docMk/>
            <pc:sldMk cId="0" sldId="259"/>
            <ac:spMk id="219" creationId="{00000000-0000-0000-0000-000000000000}"/>
          </ac:spMkLst>
        </pc:spChg>
        <pc:spChg chg="del">
          <ac:chgData name="Kiên Trần" userId="a7ea96e4718dd71a" providerId="Windows Live" clId="Web-{5CE278E6-6B5C-4D5C-BE01-C616AE34C4CB}" dt="2023-10-26T23:25:47.363" v="283"/>
          <ac:spMkLst>
            <pc:docMk/>
            <pc:sldMk cId="0" sldId="259"/>
            <ac:spMk id="232" creationId="{00000000-0000-0000-0000-000000000000}"/>
          </ac:spMkLst>
        </pc:spChg>
        <pc:spChg chg="del">
          <ac:chgData name="Kiên Trần" userId="a7ea96e4718dd71a" providerId="Windows Live" clId="Web-{5CE278E6-6B5C-4D5C-BE01-C616AE34C4CB}" dt="2023-10-26T23:24:40.345" v="250"/>
          <ac:spMkLst>
            <pc:docMk/>
            <pc:sldMk cId="0" sldId="259"/>
            <ac:spMk id="233" creationId="{00000000-0000-0000-0000-000000000000}"/>
          </ac:spMkLst>
        </pc:spChg>
        <pc:spChg chg="del">
          <ac:chgData name="Kiên Trần" userId="a7ea96e4718dd71a" providerId="Windows Live" clId="Web-{5CE278E6-6B5C-4D5C-BE01-C616AE34C4CB}" dt="2023-10-26T23:25:45.410" v="282"/>
          <ac:spMkLst>
            <pc:docMk/>
            <pc:sldMk cId="0" sldId="259"/>
            <ac:spMk id="234" creationId="{00000000-0000-0000-0000-000000000000}"/>
          </ac:spMkLst>
        </pc:spChg>
        <pc:spChg chg="del">
          <ac:chgData name="Kiên Trần" userId="a7ea96e4718dd71a" providerId="Windows Live" clId="Web-{5CE278E6-6B5C-4D5C-BE01-C616AE34C4CB}" dt="2023-10-26T23:25:44.098" v="281"/>
          <ac:spMkLst>
            <pc:docMk/>
            <pc:sldMk cId="0" sldId="259"/>
            <ac:spMk id="235" creationId="{00000000-0000-0000-0000-000000000000}"/>
          </ac:spMkLst>
        </pc:spChg>
        <pc:spChg chg="del">
          <ac:chgData name="Kiên Trần" userId="a7ea96e4718dd71a" providerId="Windows Live" clId="Web-{5CE278E6-6B5C-4D5C-BE01-C616AE34C4CB}" dt="2023-10-26T23:25:42.832" v="280"/>
          <ac:spMkLst>
            <pc:docMk/>
            <pc:sldMk cId="0" sldId="259"/>
            <ac:spMk id="236" creationId="{00000000-0000-0000-0000-000000000000}"/>
          </ac:spMkLst>
        </pc:spChg>
        <pc:spChg chg="del">
          <ac:chgData name="Kiên Trần" userId="a7ea96e4718dd71a" providerId="Windows Live" clId="Web-{5CE278E6-6B5C-4D5C-BE01-C616AE34C4CB}" dt="2023-10-26T23:25:40.488" v="279"/>
          <ac:spMkLst>
            <pc:docMk/>
            <pc:sldMk cId="0" sldId="259"/>
            <ac:spMk id="237" creationId="{00000000-0000-0000-0000-000000000000}"/>
          </ac:spMkLst>
        </pc:spChg>
        <pc:spChg chg="del">
          <ac:chgData name="Kiên Trần" userId="a7ea96e4718dd71a" providerId="Windows Live" clId="Web-{5CE278E6-6B5C-4D5C-BE01-C616AE34C4CB}" dt="2023-10-26T23:24:48.002" v="255"/>
          <ac:spMkLst>
            <pc:docMk/>
            <pc:sldMk cId="0" sldId="259"/>
            <ac:spMk id="238" creationId="{00000000-0000-0000-0000-000000000000}"/>
          </ac:spMkLst>
        </pc:spChg>
        <pc:spChg chg="del">
          <ac:chgData name="Kiên Trần" userId="a7ea96e4718dd71a" providerId="Windows Live" clId="Web-{5CE278E6-6B5C-4D5C-BE01-C616AE34C4CB}" dt="2023-10-26T23:24:54.690" v="259"/>
          <ac:spMkLst>
            <pc:docMk/>
            <pc:sldMk cId="0" sldId="259"/>
            <ac:spMk id="239" creationId="{00000000-0000-0000-0000-000000000000}"/>
          </ac:spMkLst>
        </pc:spChg>
        <pc:spChg chg="del">
          <ac:chgData name="Kiên Trần" userId="a7ea96e4718dd71a" providerId="Windows Live" clId="Web-{5CE278E6-6B5C-4D5C-BE01-C616AE34C4CB}" dt="2023-10-26T23:24:53.658" v="258"/>
          <ac:spMkLst>
            <pc:docMk/>
            <pc:sldMk cId="0" sldId="259"/>
            <ac:spMk id="240" creationId="{00000000-0000-0000-0000-000000000000}"/>
          </ac:spMkLst>
        </pc:spChg>
        <pc:spChg chg="del">
          <ac:chgData name="Kiên Trần" userId="a7ea96e4718dd71a" providerId="Windows Live" clId="Web-{5CE278E6-6B5C-4D5C-BE01-C616AE34C4CB}" dt="2023-10-26T23:24:52.768" v="257"/>
          <ac:spMkLst>
            <pc:docMk/>
            <pc:sldMk cId="0" sldId="259"/>
            <ac:spMk id="241" creationId="{00000000-0000-0000-0000-000000000000}"/>
          </ac:spMkLst>
        </pc:spChg>
        <pc:spChg chg="del">
          <ac:chgData name="Kiên Trần" userId="a7ea96e4718dd71a" providerId="Windows Live" clId="Web-{5CE278E6-6B5C-4D5C-BE01-C616AE34C4CB}" dt="2023-10-26T23:25:02.549" v="262"/>
          <ac:spMkLst>
            <pc:docMk/>
            <pc:sldMk cId="0" sldId="259"/>
            <ac:spMk id="242" creationId="{00000000-0000-0000-0000-000000000000}"/>
          </ac:spMkLst>
        </pc:spChg>
        <pc:spChg chg="del">
          <ac:chgData name="Kiên Trần" userId="a7ea96e4718dd71a" providerId="Windows Live" clId="Web-{5CE278E6-6B5C-4D5C-BE01-C616AE34C4CB}" dt="2023-10-26T23:24:55.611" v="260"/>
          <ac:spMkLst>
            <pc:docMk/>
            <pc:sldMk cId="0" sldId="259"/>
            <ac:spMk id="243" creationId="{00000000-0000-0000-0000-000000000000}"/>
          </ac:spMkLst>
        </pc:spChg>
        <pc:spChg chg="del">
          <ac:chgData name="Kiên Trần" userId="a7ea96e4718dd71a" providerId="Windows Live" clId="Web-{5CE278E6-6B5C-4D5C-BE01-C616AE34C4CB}" dt="2023-10-26T23:25:31.425" v="277"/>
          <ac:spMkLst>
            <pc:docMk/>
            <pc:sldMk cId="0" sldId="259"/>
            <ac:spMk id="244" creationId="{00000000-0000-0000-0000-000000000000}"/>
          </ac:spMkLst>
        </pc:spChg>
        <pc:spChg chg="del">
          <ac:chgData name="Kiên Trần" userId="a7ea96e4718dd71a" providerId="Windows Live" clId="Web-{5CE278E6-6B5C-4D5C-BE01-C616AE34C4CB}" dt="2023-10-26T23:25:30.081" v="276"/>
          <ac:spMkLst>
            <pc:docMk/>
            <pc:sldMk cId="0" sldId="259"/>
            <ac:spMk id="245" creationId="{00000000-0000-0000-0000-000000000000}"/>
          </ac:spMkLst>
        </pc:spChg>
        <pc:spChg chg="del">
          <ac:chgData name="Kiên Trần" userId="a7ea96e4718dd71a" providerId="Windows Live" clId="Web-{5CE278E6-6B5C-4D5C-BE01-C616AE34C4CB}" dt="2023-10-26T23:25:39.066" v="278"/>
          <ac:spMkLst>
            <pc:docMk/>
            <pc:sldMk cId="0" sldId="259"/>
            <ac:spMk id="246" creationId="{00000000-0000-0000-0000-000000000000}"/>
          </ac:spMkLst>
        </pc:spChg>
        <pc:spChg chg="del">
          <ac:chgData name="Kiên Trần" userId="a7ea96e4718dd71a" providerId="Windows Live" clId="Web-{5CE278E6-6B5C-4D5C-BE01-C616AE34C4CB}" dt="2023-10-26T23:25:26.378" v="275"/>
          <ac:spMkLst>
            <pc:docMk/>
            <pc:sldMk cId="0" sldId="259"/>
            <ac:spMk id="247" creationId="{00000000-0000-0000-0000-000000000000}"/>
          </ac:spMkLst>
        </pc:spChg>
        <pc:spChg chg="del">
          <ac:chgData name="Kiên Trần" userId="a7ea96e4718dd71a" providerId="Windows Live" clId="Web-{5CE278E6-6B5C-4D5C-BE01-C616AE34C4CB}" dt="2023-10-26T23:25:25.113" v="274"/>
          <ac:spMkLst>
            <pc:docMk/>
            <pc:sldMk cId="0" sldId="259"/>
            <ac:spMk id="248" creationId="{00000000-0000-0000-0000-000000000000}"/>
          </ac:spMkLst>
        </pc:spChg>
        <pc:spChg chg="del">
          <ac:chgData name="Kiên Trần" userId="a7ea96e4718dd71a" providerId="Windows Live" clId="Web-{5CE278E6-6B5C-4D5C-BE01-C616AE34C4CB}" dt="2023-10-26T23:25:24.238" v="273"/>
          <ac:spMkLst>
            <pc:docMk/>
            <pc:sldMk cId="0" sldId="259"/>
            <ac:spMk id="249" creationId="{00000000-0000-0000-0000-000000000000}"/>
          </ac:spMkLst>
        </pc:spChg>
        <pc:spChg chg="del">
          <ac:chgData name="Kiên Trần" userId="a7ea96e4718dd71a" providerId="Windows Live" clId="Web-{5CE278E6-6B5C-4D5C-BE01-C616AE34C4CB}" dt="2023-10-26T23:25:20.159" v="272"/>
          <ac:spMkLst>
            <pc:docMk/>
            <pc:sldMk cId="0" sldId="259"/>
            <ac:spMk id="250" creationId="{00000000-0000-0000-0000-000000000000}"/>
          </ac:spMkLst>
        </pc:spChg>
        <pc:spChg chg="del mod">
          <ac:chgData name="Kiên Trần" userId="a7ea96e4718dd71a" providerId="Windows Live" clId="Web-{5CE278E6-6B5C-4D5C-BE01-C616AE34C4CB}" dt="2023-10-26T23:25:16.597" v="270"/>
          <ac:spMkLst>
            <pc:docMk/>
            <pc:sldMk cId="0" sldId="259"/>
            <ac:spMk id="251" creationId="{00000000-0000-0000-0000-000000000000}"/>
          </ac:spMkLst>
        </pc:spChg>
        <pc:spChg chg="del">
          <ac:chgData name="Kiên Trần" userId="a7ea96e4718dd71a" providerId="Windows Live" clId="Web-{5CE278E6-6B5C-4D5C-BE01-C616AE34C4CB}" dt="2023-10-26T23:25:17.753" v="271"/>
          <ac:spMkLst>
            <pc:docMk/>
            <pc:sldMk cId="0" sldId="259"/>
            <ac:spMk id="252" creationId="{00000000-0000-0000-0000-000000000000}"/>
          </ac:spMkLst>
        </pc:spChg>
        <pc:spChg chg="del mod">
          <ac:chgData name="Kiên Trần" userId="a7ea96e4718dd71a" providerId="Windows Live" clId="Web-{5CE278E6-6B5C-4D5C-BE01-C616AE34C4CB}" dt="2023-10-26T23:25:14.565" v="269"/>
          <ac:spMkLst>
            <pc:docMk/>
            <pc:sldMk cId="0" sldId="259"/>
            <ac:spMk id="253" creationId="{00000000-0000-0000-0000-000000000000}"/>
          </ac:spMkLst>
        </pc:spChg>
        <pc:spChg chg="del">
          <ac:chgData name="Kiên Trần" userId="a7ea96e4718dd71a" providerId="Windows Live" clId="Web-{5CE278E6-6B5C-4D5C-BE01-C616AE34C4CB}" dt="2023-10-26T23:25:05.346" v="264"/>
          <ac:spMkLst>
            <pc:docMk/>
            <pc:sldMk cId="0" sldId="259"/>
            <ac:spMk id="256" creationId="{00000000-0000-0000-0000-000000000000}"/>
          </ac:spMkLst>
        </pc:spChg>
        <pc:spChg chg="del">
          <ac:chgData name="Kiên Trần" userId="a7ea96e4718dd71a" providerId="Windows Live" clId="Web-{5CE278E6-6B5C-4D5C-BE01-C616AE34C4CB}" dt="2023-10-26T23:24:59.471" v="261"/>
          <ac:spMkLst>
            <pc:docMk/>
            <pc:sldMk cId="0" sldId="259"/>
            <ac:spMk id="257" creationId="{00000000-0000-0000-0000-000000000000}"/>
          </ac:spMkLst>
        </pc:spChg>
        <pc:spChg chg="del">
          <ac:chgData name="Kiên Trần" userId="a7ea96e4718dd71a" providerId="Windows Live" clId="Web-{5CE278E6-6B5C-4D5C-BE01-C616AE34C4CB}" dt="2023-10-26T23:25:06.206" v="265"/>
          <ac:spMkLst>
            <pc:docMk/>
            <pc:sldMk cId="0" sldId="259"/>
            <ac:spMk id="260" creationId="{00000000-0000-0000-0000-000000000000}"/>
          </ac:spMkLst>
        </pc:spChg>
        <pc:spChg chg="del">
          <ac:chgData name="Kiên Trần" userId="a7ea96e4718dd71a" providerId="Windows Live" clId="Web-{5CE278E6-6B5C-4D5C-BE01-C616AE34C4CB}" dt="2023-10-26T23:25:04.549" v="263"/>
          <ac:spMkLst>
            <pc:docMk/>
            <pc:sldMk cId="0" sldId="259"/>
            <ac:spMk id="261" creationId="{00000000-0000-0000-0000-000000000000}"/>
          </ac:spMkLst>
        </pc:spChg>
        <pc:spChg chg="del">
          <ac:chgData name="Kiên Trần" userId="a7ea96e4718dd71a" providerId="Windows Live" clId="Web-{5CE278E6-6B5C-4D5C-BE01-C616AE34C4CB}" dt="2023-10-26T23:25:08.081" v="266"/>
          <ac:spMkLst>
            <pc:docMk/>
            <pc:sldMk cId="0" sldId="259"/>
            <ac:spMk id="278" creationId="{00000000-0000-0000-0000-000000000000}"/>
          </ac:spMkLst>
        </pc:spChg>
        <pc:spChg chg="del">
          <ac:chgData name="Kiên Trần" userId="a7ea96e4718dd71a" providerId="Windows Live" clId="Web-{5CE278E6-6B5C-4D5C-BE01-C616AE34C4CB}" dt="2023-10-26T23:24:51.580" v="256"/>
          <ac:spMkLst>
            <pc:docMk/>
            <pc:sldMk cId="0" sldId="259"/>
            <ac:spMk id="280" creationId="{00000000-0000-0000-0000-000000000000}"/>
          </ac:spMkLst>
        </pc:spChg>
        <pc:spChg chg="del">
          <ac:chgData name="Kiên Trần" userId="a7ea96e4718dd71a" providerId="Windows Live" clId="Web-{5CE278E6-6B5C-4D5C-BE01-C616AE34C4CB}" dt="2023-10-26T23:24:45.705" v="254"/>
          <ac:spMkLst>
            <pc:docMk/>
            <pc:sldMk cId="0" sldId="259"/>
            <ac:spMk id="281" creationId="{00000000-0000-0000-0000-000000000000}"/>
          </ac:spMkLst>
        </pc:spChg>
        <pc:spChg chg="del">
          <ac:chgData name="Kiên Trần" userId="a7ea96e4718dd71a" providerId="Windows Live" clId="Web-{5CE278E6-6B5C-4D5C-BE01-C616AE34C4CB}" dt="2023-10-26T23:24:41.814" v="251"/>
          <ac:spMkLst>
            <pc:docMk/>
            <pc:sldMk cId="0" sldId="259"/>
            <ac:spMk id="284" creationId="{00000000-0000-0000-0000-000000000000}"/>
          </ac:spMkLst>
        </pc:spChg>
        <pc:spChg chg="del">
          <ac:chgData name="Kiên Trần" userId="a7ea96e4718dd71a" providerId="Windows Live" clId="Web-{5CE278E6-6B5C-4D5C-BE01-C616AE34C4CB}" dt="2023-10-26T23:24:38.705" v="249"/>
          <ac:spMkLst>
            <pc:docMk/>
            <pc:sldMk cId="0" sldId="259"/>
            <ac:spMk id="285" creationId="{00000000-0000-0000-0000-000000000000}"/>
          </ac:spMkLst>
        </pc:spChg>
        <pc:grpChg chg="mod">
          <ac:chgData name="Kiên Trần" userId="a7ea96e4718dd71a" providerId="Windows Live" clId="Web-{5CE278E6-6B5C-4D5C-BE01-C616AE34C4CB}" dt="2023-10-26T19:56:59.098" v="145" actId="14100"/>
          <ac:grpSpMkLst>
            <pc:docMk/>
            <pc:sldMk cId="0" sldId="259"/>
            <ac:grpSpMk id="203" creationId="{00000000-0000-0000-0000-000000000000}"/>
          </ac:grpSpMkLst>
        </pc:grpChg>
        <pc:picChg chg="add mod">
          <ac:chgData name="Kiên Trần" userId="a7ea96e4718dd71a" providerId="Windows Live" clId="Web-{5CE278E6-6B5C-4D5C-BE01-C616AE34C4CB}" dt="2023-10-26T23:39:33.723" v="446" actId="14100"/>
          <ac:picMkLst>
            <pc:docMk/>
            <pc:sldMk cId="0" sldId="259"/>
            <ac:picMk id="5" creationId="{CE7E965E-7425-4E37-BCDE-385D91465473}"/>
          </ac:picMkLst>
        </pc:picChg>
        <pc:extLst>
          <p:ext xmlns:p="http://schemas.openxmlformats.org/presentationml/2006/main" uri="{D6D511B9-2390-475A-947B-AFAB55BFBCF1}">
            <pc226:cmChg xmlns:pc226="http://schemas.microsoft.com/office/powerpoint/2022/06/main/command" chg="add">
              <pc226:chgData name="Kiên Trần" userId="a7ea96e4718dd71a" providerId="Windows Live" clId="Web-{5CE278E6-6B5C-4D5C-BE01-C616AE34C4CB}" dt="2023-10-26T23:27:36.008" v="285"/>
              <pc2:cmMkLst xmlns:pc2="http://schemas.microsoft.com/office/powerpoint/2019/9/main/command">
                <pc:docMk/>
                <pc:sldMk cId="0" sldId="259"/>
                <pc2:cmMk id="{EC77F518-31F2-4617-BF86-9FF50B6FCC0D}"/>
              </pc2:cmMkLst>
            </pc226:cmChg>
          </p:ext>
        </pc:extLst>
      </pc:sldChg>
      <pc:sldChg chg="del">
        <pc:chgData name="Kiên Trần" userId="a7ea96e4718dd71a" providerId="Windows Live" clId="Web-{5CE278E6-6B5C-4D5C-BE01-C616AE34C4CB}" dt="2023-10-26T20:00:27.917" v="214"/>
        <pc:sldMkLst>
          <pc:docMk/>
          <pc:sldMk cId="0" sldId="260"/>
        </pc:sldMkLst>
      </pc:sldChg>
      <pc:sldChg chg="del">
        <pc:chgData name="Kiên Trần" userId="a7ea96e4718dd71a" providerId="Windows Live" clId="Web-{5CE278E6-6B5C-4D5C-BE01-C616AE34C4CB}" dt="2023-10-26T20:00:28.792" v="215"/>
        <pc:sldMkLst>
          <pc:docMk/>
          <pc:sldMk cId="0" sldId="261"/>
        </pc:sldMkLst>
      </pc:sldChg>
      <pc:sldChg chg="del">
        <pc:chgData name="Kiên Trần" userId="a7ea96e4718dd71a" providerId="Windows Live" clId="Web-{5CE278E6-6B5C-4D5C-BE01-C616AE34C4CB}" dt="2023-10-26T20:00:30.620" v="216"/>
        <pc:sldMkLst>
          <pc:docMk/>
          <pc:sldMk cId="0" sldId="262"/>
        </pc:sldMkLst>
      </pc:sldChg>
      <pc:sldChg chg="del">
        <pc:chgData name="Kiên Trần" userId="a7ea96e4718dd71a" providerId="Windows Live" clId="Web-{5CE278E6-6B5C-4D5C-BE01-C616AE34C4CB}" dt="2023-10-26T20:00:31.480" v="217"/>
        <pc:sldMkLst>
          <pc:docMk/>
          <pc:sldMk cId="0" sldId="263"/>
        </pc:sldMkLst>
      </pc:sldChg>
      <pc:sldChg chg="del">
        <pc:chgData name="Kiên Trần" userId="a7ea96e4718dd71a" providerId="Windows Live" clId="Web-{5CE278E6-6B5C-4D5C-BE01-C616AE34C4CB}" dt="2023-10-26T20:00:33.464" v="218"/>
        <pc:sldMkLst>
          <pc:docMk/>
          <pc:sldMk cId="0" sldId="264"/>
        </pc:sldMkLst>
      </pc:sldChg>
      <pc:sldChg chg="del">
        <pc:chgData name="Kiên Trần" userId="a7ea96e4718dd71a" providerId="Windows Live" clId="Web-{5CE278E6-6B5C-4D5C-BE01-C616AE34C4CB}" dt="2023-10-26T20:00:34.683" v="219"/>
        <pc:sldMkLst>
          <pc:docMk/>
          <pc:sldMk cId="0" sldId="265"/>
        </pc:sldMkLst>
      </pc:sldChg>
      <pc:sldChg chg="del">
        <pc:chgData name="Kiên Trần" userId="a7ea96e4718dd71a" providerId="Windows Live" clId="Web-{5CE278E6-6B5C-4D5C-BE01-C616AE34C4CB}" dt="2023-10-26T20:00:36.996" v="220"/>
        <pc:sldMkLst>
          <pc:docMk/>
          <pc:sldMk cId="0" sldId="266"/>
        </pc:sldMkLst>
      </pc:sldChg>
      <pc:sldChg chg="del">
        <pc:chgData name="Kiên Trần" userId="a7ea96e4718dd71a" providerId="Windows Live" clId="Web-{5CE278E6-6B5C-4D5C-BE01-C616AE34C4CB}" dt="2023-10-26T20:00:38.589" v="221"/>
        <pc:sldMkLst>
          <pc:docMk/>
          <pc:sldMk cId="0" sldId="267"/>
        </pc:sldMkLst>
      </pc:sldChg>
      <pc:sldChg chg="del">
        <pc:chgData name="Kiên Trần" userId="a7ea96e4718dd71a" providerId="Windows Live" clId="Web-{5CE278E6-6B5C-4D5C-BE01-C616AE34C4CB}" dt="2023-10-26T20:00:39.871" v="222"/>
        <pc:sldMkLst>
          <pc:docMk/>
          <pc:sldMk cId="0" sldId="268"/>
        </pc:sldMkLst>
      </pc:sldChg>
      <pc:sldChg chg="del">
        <pc:chgData name="Kiên Trần" userId="a7ea96e4718dd71a" providerId="Windows Live" clId="Web-{5CE278E6-6B5C-4D5C-BE01-C616AE34C4CB}" dt="2023-10-26T20:00:43.871" v="223"/>
        <pc:sldMkLst>
          <pc:docMk/>
          <pc:sldMk cId="0" sldId="269"/>
        </pc:sldMkLst>
      </pc:sldChg>
      <pc:sldChg chg="del">
        <pc:chgData name="Kiên Trần" userId="a7ea96e4718dd71a" providerId="Windows Live" clId="Web-{5CE278E6-6B5C-4D5C-BE01-C616AE34C4CB}" dt="2023-10-26T20:00:44.933" v="224"/>
        <pc:sldMkLst>
          <pc:docMk/>
          <pc:sldMk cId="0" sldId="270"/>
        </pc:sldMkLst>
      </pc:sldChg>
      <pc:sldChg chg="del">
        <pc:chgData name="Kiên Trần" userId="a7ea96e4718dd71a" providerId="Windows Live" clId="Web-{5CE278E6-6B5C-4D5C-BE01-C616AE34C4CB}" dt="2023-10-26T20:00:46.121" v="225"/>
        <pc:sldMkLst>
          <pc:docMk/>
          <pc:sldMk cId="0" sldId="271"/>
        </pc:sldMkLst>
      </pc:sldChg>
      <pc:sldChg chg="del">
        <pc:chgData name="Kiên Trần" userId="a7ea96e4718dd71a" providerId="Windows Live" clId="Web-{5CE278E6-6B5C-4D5C-BE01-C616AE34C4CB}" dt="2023-10-26T20:00:47.105" v="226"/>
        <pc:sldMkLst>
          <pc:docMk/>
          <pc:sldMk cId="0" sldId="272"/>
        </pc:sldMkLst>
      </pc:sldChg>
      <pc:sldChg chg="del">
        <pc:chgData name="Kiên Trần" userId="a7ea96e4718dd71a" providerId="Windows Live" clId="Web-{5CE278E6-6B5C-4D5C-BE01-C616AE34C4CB}" dt="2023-10-26T20:00:48.105" v="227"/>
        <pc:sldMkLst>
          <pc:docMk/>
          <pc:sldMk cId="0" sldId="273"/>
        </pc:sldMkLst>
      </pc:sldChg>
      <pc:sldChg chg="del">
        <pc:chgData name="Kiên Trần" userId="a7ea96e4718dd71a" providerId="Windows Live" clId="Web-{5CE278E6-6B5C-4D5C-BE01-C616AE34C4CB}" dt="2023-10-26T20:00:49.012" v="228"/>
        <pc:sldMkLst>
          <pc:docMk/>
          <pc:sldMk cId="0" sldId="274"/>
        </pc:sldMkLst>
      </pc:sldChg>
      <pc:sldChg chg="delSp modSp">
        <pc:chgData name="Kiên Trần" userId="a7ea96e4718dd71a" providerId="Windows Live" clId="Web-{5CE278E6-6B5C-4D5C-BE01-C616AE34C4CB}" dt="2023-10-26T20:01:46.107" v="248" actId="20577"/>
        <pc:sldMkLst>
          <pc:docMk/>
          <pc:sldMk cId="0" sldId="275"/>
        </pc:sldMkLst>
        <pc:spChg chg="mod">
          <ac:chgData name="Kiên Trần" userId="a7ea96e4718dd71a" providerId="Windows Live" clId="Web-{5CE278E6-6B5C-4D5C-BE01-C616AE34C4CB}" dt="2023-10-26T20:01:46.107" v="248" actId="20577"/>
          <ac:spMkLst>
            <pc:docMk/>
            <pc:sldMk cId="0" sldId="275"/>
            <ac:spMk id="651" creationId="{00000000-0000-0000-0000-000000000000}"/>
          </ac:spMkLst>
        </pc:spChg>
        <pc:picChg chg="del mod">
          <ac:chgData name="Kiên Trần" userId="a7ea96e4718dd71a" providerId="Windows Live" clId="Web-{5CE278E6-6B5C-4D5C-BE01-C616AE34C4CB}" dt="2023-10-26T20:01:36.982" v="245"/>
          <ac:picMkLst>
            <pc:docMk/>
            <pc:sldMk cId="0" sldId="275"/>
            <ac:picMk id="652" creationId="{00000000-0000-0000-0000-000000000000}"/>
          </ac:picMkLst>
        </pc:picChg>
      </pc:sldChg>
      <pc:sldChg chg="del">
        <pc:chgData name="Kiên Trần" userId="a7ea96e4718dd71a" providerId="Windows Live" clId="Web-{5CE278E6-6B5C-4D5C-BE01-C616AE34C4CB}" dt="2023-10-26T20:01:09.481" v="230"/>
        <pc:sldMkLst>
          <pc:docMk/>
          <pc:sldMk cId="0" sldId="276"/>
        </pc:sldMkLst>
      </pc:sldChg>
      <pc:sldChg chg="del">
        <pc:chgData name="Kiên Trần" userId="a7ea96e4718dd71a" providerId="Windows Live" clId="Web-{5CE278E6-6B5C-4D5C-BE01-C616AE34C4CB}" dt="2023-10-26T20:01:10.778" v="231"/>
        <pc:sldMkLst>
          <pc:docMk/>
          <pc:sldMk cId="0" sldId="277"/>
        </pc:sldMkLst>
      </pc:sldChg>
      <pc:sldChg chg="del">
        <pc:chgData name="Kiên Trần" userId="a7ea96e4718dd71a" providerId="Windows Live" clId="Web-{5CE278E6-6B5C-4D5C-BE01-C616AE34C4CB}" dt="2023-10-26T20:01:11.512" v="232"/>
        <pc:sldMkLst>
          <pc:docMk/>
          <pc:sldMk cId="0" sldId="278"/>
        </pc:sldMkLst>
      </pc:sldChg>
      <pc:sldChg chg="del">
        <pc:chgData name="Kiên Trần" userId="a7ea96e4718dd71a" providerId="Windows Live" clId="Web-{5CE278E6-6B5C-4D5C-BE01-C616AE34C4CB}" dt="2023-10-26T20:01:12.247" v="233"/>
        <pc:sldMkLst>
          <pc:docMk/>
          <pc:sldMk cId="0" sldId="279"/>
        </pc:sldMkLst>
      </pc:sldChg>
      <pc:sldChg chg="del">
        <pc:chgData name="Kiên Trần" userId="a7ea96e4718dd71a" providerId="Windows Live" clId="Web-{5CE278E6-6B5C-4D5C-BE01-C616AE34C4CB}" dt="2023-10-26T20:01:12.950" v="234"/>
        <pc:sldMkLst>
          <pc:docMk/>
          <pc:sldMk cId="0" sldId="280"/>
        </pc:sldMkLst>
      </pc:sldChg>
      <pc:sldChg chg="del">
        <pc:chgData name="Kiên Trần" userId="a7ea96e4718dd71a" providerId="Windows Live" clId="Web-{5CE278E6-6B5C-4D5C-BE01-C616AE34C4CB}" dt="2023-10-26T20:01:13.294" v="235"/>
        <pc:sldMkLst>
          <pc:docMk/>
          <pc:sldMk cId="0" sldId="281"/>
        </pc:sldMkLst>
      </pc:sldChg>
      <pc:sldChg chg="del">
        <pc:chgData name="Kiên Trần" userId="a7ea96e4718dd71a" providerId="Windows Live" clId="Web-{5CE278E6-6B5C-4D5C-BE01-C616AE34C4CB}" dt="2023-10-26T20:01:13.762" v="236"/>
        <pc:sldMkLst>
          <pc:docMk/>
          <pc:sldMk cId="0" sldId="282"/>
        </pc:sldMkLst>
      </pc:sldChg>
      <pc:sldChg chg="del">
        <pc:chgData name="Kiên Trần" userId="a7ea96e4718dd71a" providerId="Windows Live" clId="Web-{5CE278E6-6B5C-4D5C-BE01-C616AE34C4CB}" dt="2023-10-26T20:01:03.012" v="229"/>
        <pc:sldMkLst>
          <pc:docMk/>
          <pc:sldMk cId="0" sldId="283"/>
        </pc:sldMkLst>
      </pc:sldChg>
      <pc:sldChg chg="del">
        <pc:chgData name="Kiên Trần" userId="a7ea96e4718dd71a" providerId="Windows Live" clId="Web-{5CE278E6-6B5C-4D5C-BE01-C616AE34C4CB}" dt="2023-10-26T20:01:14.872" v="237"/>
        <pc:sldMkLst>
          <pc:docMk/>
          <pc:sldMk cId="0" sldId="284"/>
        </pc:sldMkLst>
      </pc:sldChg>
      <pc:sldChg chg="del">
        <pc:chgData name="Kiên Trần" userId="a7ea96e4718dd71a" providerId="Windows Live" clId="Web-{5CE278E6-6B5C-4D5C-BE01-C616AE34C4CB}" dt="2023-10-26T20:01:15.653" v="238"/>
        <pc:sldMkLst>
          <pc:docMk/>
          <pc:sldMk cId="0" sldId="285"/>
        </pc:sldMkLst>
      </pc:sldChg>
      <pc:sldChg chg="del">
        <pc:chgData name="Kiên Trần" userId="a7ea96e4718dd71a" providerId="Windows Live" clId="Web-{5CE278E6-6B5C-4D5C-BE01-C616AE34C4CB}" dt="2023-10-26T20:01:16.450" v="239"/>
        <pc:sldMkLst>
          <pc:docMk/>
          <pc:sldMk cId="0" sldId="286"/>
        </pc:sldMkLst>
      </pc:sldChg>
      <pc:sldChg chg="del">
        <pc:chgData name="Kiên Trần" userId="a7ea96e4718dd71a" providerId="Windows Live" clId="Web-{5CE278E6-6B5C-4D5C-BE01-C616AE34C4CB}" dt="2023-10-26T20:01:17.981" v="240"/>
        <pc:sldMkLst>
          <pc:docMk/>
          <pc:sldMk cId="0" sldId="287"/>
        </pc:sldMkLst>
      </pc:sldChg>
      <pc:sldChg chg="del">
        <pc:chgData name="Kiên Trần" userId="a7ea96e4718dd71a" providerId="Windows Live" clId="Web-{5CE278E6-6B5C-4D5C-BE01-C616AE34C4CB}" dt="2023-10-26T20:01:19.591" v="241"/>
        <pc:sldMkLst>
          <pc:docMk/>
          <pc:sldMk cId="0" sldId="288"/>
        </pc:sldMkLst>
      </pc:sldChg>
      <pc:sldChg chg="modSp">
        <pc:chgData name="Kiên Trần" userId="a7ea96e4718dd71a" providerId="Windows Live" clId="Web-{5CE278E6-6B5C-4D5C-BE01-C616AE34C4CB}" dt="2023-10-27T00:53:31.552" v="1138" actId="20577"/>
        <pc:sldMkLst>
          <pc:docMk/>
          <pc:sldMk cId="3994571978" sldId="289"/>
        </pc:sldMkLst>
        <pc:spChg chg="mod">
          <ac:chgData name="Kiên Trần" userId="a7ea96e4718dd71a" providerId="Windows Live" clId="Web-{5CE278E6-6B5C-4D5C-BE01-C616AE34C4CB}" dt="2023-10-27T00:53:31.552" v="1138" actId="20577"/>
          <ac:spMkLst>
            <pc:docMk/>
            <pc:sldMk cId="3994571978" sldId="289"/>
            <ac:spMk id="5" creationId="{523C5A50-9515-13C2-9AE3-B9BB7956AAE1}"/>
          </ac:spMkLst>
        </pc:spChg>
        <pc:spChg chg="mod">
          <ac:chgData name="Kiên Trần" userId="a7ea96e4718dd71a" providerId="Windows Live" clId="Web-{5CE278E6-6B5C-4D5C-BE01-C616AE34C4CB}" dt="2023-10-26T19:58:27.742" v="172" actId="20577"/>
          <ac:spMkLst>
            <pc:docMk/>
            <pc:sldMk cId="3994571978" sldId="289"/>
            <ac:spMk id="152" creationId="{00000000-0000-0000-0000-000000000000}"/>
          </ac:spMkLst>
        </pc:spChg>
      </pc:sldChg>
      <pc:sldChg chg="modSp">
        <pc:chgData name="Kiên Trần" userId="a7ea96e4718dd71a" providerId="Windows Live" clId="Web-{5CE278E6-6B5C-4D5C-BE01-C616AE34C4CB}" dt="2023-10-27T00:53:42.943" v="1143" actId="20577"/>
        <pc:sldMkLst>
          <pc:docMk/>
          <pc:sldMk cId="1855815764" sldId="290"/>
        </pc:sldMkLst>
        <pc:spChg chg="mod">
          <ac:chgData name="Kiên Trần" userId="a7ea96e4718dd71a" providerId="Windows Live" clId="Web-{5CE278E6-6B5C-4D5C-BE01-C616AE34C4CB}" dt="2023-10-27T00:53:42.943" v="1143" actId="20577"/>
          <ac:spMkLst>
            <pc:docMk/>
            <pc:sldMk cId="1855815764" sldId="290"/>
            <ac:spMk id="5" creationId="{523C5A50-9515-13C2-9AE3-B9BB7956AAE1}"/>
          </ac:spMkLst>
        </pc:spChg>
        <pc:spChg chg="mod">
          <ac:chgData name="Kiên Trần" userId="a7ea96e4718dd71a" providerId="Windows Live" clId="Web-{5CE278E6-6B5C-4D5C-BE01-C616AE34C4CB}" dt="2023-10-26T19:58:38.367" v="179" actId="20577"/>
          <ac:spMkLst>
            <pc:docMk/>
            <pc:sldMk cId="1855815764" sldId="290"/>
            <ac:spMk id="152" creationId="{00000000-0000-0000-0000-000000000000}"/>
          </ac:spMkLst>
        </pc:spChg>
      </pc:sldChg>
      <pc:sldChg chg="modSp">
        <pc:chgData name="Kiên Trần" userId="a7ea96e4718dd71a" providerId="Windows Live" clId="Web-{5CE278E6-6B5C-4D5C-BE01-C616AE34C4CB}" dt="2023-10-27T00:53:36.521" v="1140" actId="20577"/>
        <pc:sldMkLst>
          <pc:docMk/>
          <pc:sldMk cId="3342981674" sldId="291"/>
        </pc:sldMkLst>
        <pc:spChg chg="mod">
          <ac:chgData name="Kiên Trần" userId="a7ea96e4718dd71a" providerId="Windows Live" clId="Web-{5CE278E6-6B5C-4D5C-BE01-C616AE34C4CB}" dt="2023-10-27T00:53:36.521" v="1140" actId="20577"/>
          <ac:spMkLst>
            <pc:docMk/>
            <pc:sldMk cId="3342981674" sldId="291"/>
            <ac:spMk id="5" creationId="{523C5A50-9515-13C2-9AE3-B9BB7956AAE1}"/>
          </ac:spMkLst>
        </pc:spChg>
        <pc:spChg chg="mod">
          <ac:chgData name="Kiên Trần" userId="a7ea96e4718dd71a" providerId="Windows Live" clId="Web-{5CE278E6-6B5C-4D5C-BE01-C616AE34C4CB}" dt="2023-10-26T19:58:24.851" v="170" actId="20577"/>
          <ac:spMkLst>
            <pc:docMk/>
            <pc:sldMk cId="3342981674" sldId="291"/>
            <ac:spMk id="152" creationId="{00000000-0000-0000-0000-000000000000}"/>
          </ac:spMkLst>
        </pc:spChg>
      </pc:sldChg>
      <pc:sldChg chg="modSp">
        <pc:chgData name="Kiên Trần" userId="a7ea96e4718dd71a" providerId="Windows Live" clId="Web-{5CE278E6-6B5C-4D5C-BE01-C616AE34C4CB}" dt="2023-10-27T00:53:47.568" v="1145" actId="20577"/>
        <pc:sldMkLst>
          <pc:docMk/>
          <pc:sldMk cId="3740998774" sldId="292"/>
        </pc:sldMkLst>
        <pc:spChg chg="mod">
          <ac:chgData name="Kiên Trần" userId="a7ea96e4718dd71a" providerId="Windows Live" clId="Web-{5CE278E6-6B5C-4D5C-BE01-C616AE34C4CB}" dt="2023-10-27T00:53:47.568" v="1145" actId="20577"/>
          <ac:spMkLst>
            <pc:docMk/>
            <pc:sldMk cId="3740998774" sldId="292"/>
            <ac:spMk id="5" creationId="{523C5A50-9515-13C2-9AE3-B9BB7956AAE1}"/>
          </ac:spMkLst>
        </pc:spChg>
        <pc:spChg chg="mod">
          <ac:chgData name="Kiên Trần" userId="a7ea96e4718dd71a" providerId="Windows Live" clId="Web-{5CE278E6-6B5C-4D5C-BE01-C616AE34C4CB}" dt="2023-10-26T19:58:42.914" v="184" actId="20577"/>
          <ac:spMkLst>
            <pc:docMk/>
            <pc:sldMk cId="3740998774" sldId="292"/>
            <ac:spMk id="152" creationId="{00000000-0000-0000-0000-000000000000}"/>
          </ac:spMkLst>
        </pc:spChg>
      </pc:sldChg>
      <pc:sldChg chg="modSp">
        <pc:chgData name="Kiên Trần" userId="a7ea96e4718dd71a" providerId="Windows Live" clId="Web-{5CE278E6-6B5C-4D5C-BE01-C616AE34C4CB}" dt="2023-10-27T00:53:52.631" v="1147" actId="20577"/>
        <pc:sldMkLst>
          <pc:docMk/>
          <pc:sldMk cId="371995284" sldId="293"/>
        </pc:sldMkLst>
        <pc:spChg chg="mod">
          <ac:chgData name="Kiên Trần" userId="a7ea96e4718dd71a" providerId="Windows Live" clId="Web-{5CE278E6-6B5C-4D5C-BE01-C616AE34C4CB}" dt="2023-10-27T00:53:52.631" v="1147" actId="20577"/>
          <ac:spMkLst>
            <pc:docMk/>
            <pc:sldMk cId="371995284" sldId="293"/>
            <ac:spMk id="5" creationId="{523C5A50-9515-13C2-9AE3-B9BB7956AAE1}"/>
          </ac:spMkLst>
        </pc:spChg>
        <pc:spChg chg="mod">
          <ac:chgData name="Kiên Trần" userId="a7ea96e4718dd71a" providerId="Windows Live" clId="Web-{5CE278E6-6B5C-4D5C-BE01-C616AE34C4CB}" dt="2023-10-26T19:58:47.649" v="187" actId="20577"/>
          <ac:spMkLst>
            <pc:docMk/>
            <pc:sldMk cId="371995284" sldId="293"/>
            <ac:spMk id="152" creationId="{00000000-0000-0000-0000-000000000000}"/>
          </ac:spMkLst>
        </pc:spChg>
      </pc:sldChg>
      <pc:sldChg chg="modSp">
        <pc:chgData name="Kiên Trần" userId="a7ea96e4718dd71a" providerId="Windows Live" clId="Web-{5CE278E6-6B5C-4D5C-BE01-C616AE34C4CB}" dt="2023-10-27T00:53:57.756" v="1150" actId="20577"/>
        <pc:sldMkLst>
          <pc:docMk/>
          <pc:sldMk cId="388903686" sldId="294"/>
        </pc:sldMkLst>
        <pc:spChg chg="mod">
          <ac:chgData name="Kiên Trần" userId="a7ea96e4718dd71a" providerId="Windows Live" clId="Web-{5CE278E6-6B5C-4D5C-BE01-C616AE34C4CB}" dt="2023-10-27T00:53:57.756" v="1150" actId="20577"/>
          <ac:spMkLst>
            <pc:docMk/>
            <pc:sldMk cId="388903686" sldId="294"/>
            <ac:spMk id="5" creationId="{523C5A50-9515-13C2-9AE3-B9BB7956AAE1}"/>
          </ac:spMkLst>
        </pc:spChg>
        <pc:spChg chg="mod">
          <ac:chgData name="Kiên Trần" userId="a7ea96e4718dd71a" providerId="Windows Live" clId="Web-{5CE278E6-6B5C-4D5C-BE01-C616AE34C4CB}" dt="2023-10-26T19:58:51.117" v="190" actId="20577"/>
          <ac:spMkLst>
            <pc:docMk/>
            <pc:sldMk cId="388903686" sldId="294"/>
            <ac:spMk id="152" creationId="{00000000-0000-0000-0000-000000000000}"/>
          </ac:spMkLst>
        </pc:spChg>
      </pc:sldChg>
      <pc:sldChg chg="modSp">
        <pc:chgData name="Kiên Trần" userId="a7ea96e4718dd71a" providerId="Windows Live" clId="Web-{5CE278E6-6B5C-4D5C-BE01-C616AE34C4CB}" dt="2023-10-27T00:54:06.241" v="1152" actId="20577"/>
        <pc:sldMkLst>
          <pc:docMk/>
          <pc:sldMk cId="1493707585" sldId="295"/>
        </pc:sldMkLst>
        <pc:spChg chg="mod">
          <ac:chgData name="Kiên Trần" userId="a7ea96e4718dd71a" providerId="Windows Live" clId="Web-{5CE278E6-6B5C-4D5C-BE01-C616AE34C4CB}" dt="2023-10-27T00:54:06.241" v="1152" actId="20577"/>
          <ac:spMkLst>
            <pc:docMk/>
            <pc:sldMk cId="1493707585" sldId="295"/>
            <ac:spMk id="5" creationId="{523C5A50-9515-13C2-9AE3-B9BB7956AAE1}"/>
          </ac:spMkLst>
        </pc:spChg>
        <pc:spChg chg="mod">
          <ac:chgData name="Kiên Trần" userId="a7ea96e4718dd71a" providerId="Windows Live" clId="Web-{5CE278E6-6B5C-4D5C-BE01-C616AE34C4CB}" dt="2023-10-26T19:58:54.868" v="193" actId="20577"/>
          <ac:spMkLst>
            <pc:docMk/>
            <pc:sldMk cId="1493707585" sldId="295"/>
            <ac:spMk id="152" creationId="{00000000-0000-0000-0000-000000000000}"/>
          </ac:spMkLst>
        </pc:spChg>
      </pc:sldChg>
      <pc:sldChg chg="modSp">
        <pc:chgData name="Kiên Trần" userId="a7ea96e4718dd71a" providerId="Windows Live" clId="Web-{5CE278E6-6B5C-4D5C-BE01-C616AE34C4CB}" dt="2023-10-27T00:54:09.866" v="1153" actId="20577"/>
        <pc:sldMkLst>
          <pc:docMk/>
          <pc:sldMk cId="4250473501" sldId="296"/>
        </pc:sldMkLst>
        <pc:spChg chg="mod">
          <ac:chgData name="Kiên Trần" userId="a7ea96e4718dd71a" providerId="Windows Live" clId="Web-{5CE278E6-6B5C-4D5C-BE01-C616AE34C4CB}" dt="2023-10-27T00:54:09.866" v="1153" actId="20577"/>
          <ac:spMkLst>
            <pc:docMk/>
            <pc:sldMk cId="4250473501" sldId="296"/>
            <ac:spMk id="5" creationId="{523C5A50-9515-13C2-9AE3-B9BB7956AAE1}"/>
          </ac:spMkLst>
        </pc:spChg>
        <pc:spChg chg="mod">
          <ac:chgData name="Kiên Trần" userId="a7ea96e4718dd71a" providerId="Windows Live" clId="Web-{5CE278E6-6B5C-4D5C-BE01-C616AE34C4CB}" dt="2023-10-26T19:58:58.633" v="194" actId="20577"/>
          <ac:spMkLst>
            <pc:docMk/>
            <pc:sldMk cId="4250473501" sldId="296"/>
            <ac:spMk id="152" creationId="{00000000-0000-0000-0000-000000000000}"/>
          </ac:spMkLst>
        </pc:spChg>
      </pc:sldChg>
      <pc:sldChg chg="modSp">
        <pc:chgData name="Kiên Trần" userId="a7ea96e4718dd71a" providerId="Windows Live" clId="Web-{5CE278E6-6B5C-4D5C-BE01-C616AE34C4CB}" dt="2023-10-27T00:54:13.491" v="1154" actId="20577"/>
        <pc:sldMkLst>
          <pc:docMk/>
          <pc:sldMk cId="3913593172" sldId="297"/>
        </pc:sldMkLst>
        <pc:spChg chg="mod">
          <ac:chgData name="Kiên Trần" userId="a7ea96e4718dd71a" providerId="Windows Live" clId="Web-{5CE278E6-6B5C-4D5C-BE01-C616AE34C4CB}" dt="2023-10-27T00:54:13.491" v="1154" actId="20577"/>
          <ac:spMkLst>
            <pc:docMk/>
            <pc:sldMk cId="3913593172" sldId="297"/>
            <ac:spMk id="5" creationId="{523C5A50-9515-13C2-9AE3-B9BB7956AAE1}"/>
          </ac:spMkLst>
        </pc:spChg>
        <pc:spChg chg="mod">
          <ac:chgData name="Kiên Trần" userId="a7ea96e4718dd71a" providerId="Windows Live" clId="Web-{5CE278E6-6B5C-4D5C-BE01-C616AE34C4CB}" dt="2023-10-26T19:59:01.852" v="195" actId="20577"/>
          <ac:spMkLst>
            <pc:docMk/>
            <pc:sldMk cId="3913593172" sldId="297"/>
            <ac:spMk id="152" creationId="{00000000-0000-0000-0000-000000000000}"/>
          </ac:spMkLst>
        </pc:spChg>
      </pc:sldChg>
      <pc:sldChg chg="modSp addCm">
        <pc:chgData name="Kiên Trần" userId="a7ea96e4718dd71a" providerId="Windows Live" clId="Web-{5CE278E6-6B5C-4D5C-BE01-C616AE34C4CB}" dt="2023-10-27T01:14:04.518" v="1163"/>
        <pc:sldMkLst>
          <pc:docMk/>
          <pc:sldMk cId="3231491194" sldId="298"/>
        </pc:sldMkLst>
        <pc:spChg chg="mod">
          <ac:chgData name="Kiên Trần" userId="a7ea96e4718dd71a" providerId="Windows Live" clId="Web-{5CE278E6-6B5C-4D5C-BE01-C616AE34C4CB}" dt="2023-10-27T00:54:16.616" v="1156" actId="20577"/>
          <ac:spMkLst>
            <pc:docMk/>
            <pc:sldMk cId="3231491194" sldId="298"/>
            <ac:spMk id="5" creationId="{523C5A50-9515-13C2-9AE3-B9BB7956AAE1}"/>
          </ac:spMkLst>
        </pc:spChg>
        <pc:spChg chg="mod">
          <ac:chgData name="Kiên Trần" userId="a7ea96e4718dd71a" providerId="Windows Live" clId="Web-{5CE278E6-6B5C-4D5C-BE01-C616AE34C4CB}" dt="2023-10-26T19:59:05.165" v="196" actId="20577"/>
          <ac:spMkLst>
            <pc:docMk/>
            <pc:sldMk cId="3231491194" sldId="298"/>
            <ac:spMk id="152" creationId="{00000000-0000-0000-0000-000000000000}"/>
          </ac:spMkLst>
        </pc:spChg>
        <pc:extLst>
          <p:ext xmlns:p="http://schemas.openxmlformats.org/presentationml/2006/main" uri="{D6D511B9-2390-475A-947B-AFAB55BFBCF1}">
            <pc226:cmChg xmlns:pc226="http://schemas.microsoft.com/office/powerpoint/2022/06/main/command" chg="add">
              <pc226:chgData name="Kiên Trần" userId="a7ea96e4718dd71a" providerId="Windows Live" clId="Web-{5CE278E6-6B5C-4D5C-BE01-C616AE34C4CB}" dt="2023-10-27T01:14:04.518" v="1163"/>
              <pc2:cmMkLst xmlns:pc2="http://schemas.microsoft.com/office/powerpoint/2019/9/main/command">
                <pc:docMk/>
                <pc:sldMk cId="3231491194" sldId="298"/>
                <pc2:cmMk id="{DC562D7D-B9FA-410D-ADFB-9D9902136147}"/>
              </pc2:cmMkLst>
            </pc226:cmChg>
          </p:ext>
        </pc:extLst>
      </pc:sldChg>
      <pc:sldChg chg="modSp">
        <pc:chgData name="Kiên Trần" userId="a7ea96e4718dd71a" providerId="Windows Live" clId="Web-{5CE278E6-6B5C-4D5C-BE01-C616AE34C4CB}" dt="2023-10-27T00:54:21.397" v="1157" actId="20577"/>
        <pc:sldMkLst>
          <pc:docMk/>
          <pc:sldMk cId="3681026042" sldId="299"/>
        </pc:sldMkLst>
        <pc:spChg chg="mod">
          <ac:chgData name="Kiên Trần" userId="a7ea96e4718dd71a" providerId="Windows Live" clId="Web-{5CE278E6-6B5C-4D5C-BE01-C616AE34C4CB}" dt="2023-10-27T00:54:21.397" v="1157" actId="20577"/>
          <ac:spMkLst>
            <pc:docMk/>
            <pc:sldMk cId="3681026042" sldId="299"/>
            <ac:spMk id="5" creationId="{523C5A50-9515-13C2-9AE3-B9BB7956AAE1}"/>
          </ac:spMkLst>
        </pc:spChg>
        <pc:spChg chg="mod">
          <ac:chgData name="Kiên Trần" userId="a7ea96e4718dd71a" providerId="Windows Live" clId="Web-{5CE278E6-6B5C-4D5C-BE01-C616AE34C4CB}" dt="2023-10-26T19:50:19.534" v="67" actId="1076"/>
          <ac:spMkLst>
            <pc:docMk/>
            <pc:sldMk cId="3681026042" sldId="299"/>
            <ac:spMk id="10" creationId="{E16A1147-6AEA-F011-FB75-1CDA83F45785}"/>
          </ac:spMkLst>
        </pc:spChg>
        <pc:spChg chg="mod">
          <ac:chgData name="Kiên Trần" userId="a7ea96e4718dd71a" providerId="Windows Live" clId="Web-{5CE278E6-6B5C-4D5C-BE01-C616AE34C4CB}" dt="2023-10-26T19:59:08.071" v="197" actId="20577"/>
          <ac:spMkLst>
            <pc:docMk/>
            <pc:sldMk cId="3681026042" sldId="299"/>
            <ac:spMk id="152" creationId="{00000000-0000-0000-0000-000000000000}"/>
          </ac:spMkLst>
        </pc:spChg>
      </pc:sldChg>
      <pc:sldChg chg="addSp delSp modSp add replId">
        <pc:chgData name="Kiên Trần" userId="a7ea96e4718dd71a" providerId="Windows Live" clId="Web-{5CE278E6-6B5C-4D5C-BE01-C616AE34C4CB}" dt="2023-10-27T00:54:28.773" v="1160" actId="20577"/>
        <pc:sldMkLst>
          <pc:docMk/>
          <pc:sldMk cId="3387990239" sldId="300"/>
        </pc:sldMkLst>
        <pc:spChg chg="mod">
          <ac:chgData name="Kiên Trần" userId="a7ea96e4718dd71a" providerId="Windows Live" clId="Web-{5CE278E6-6B5C-4D5C-BE01-C616AE34C4CB}" dt="2023-10-27T00:54:28.773" v="1160" actId="20577"/>
          <ac:spMkLst>
            <pc:docMk/>
            <pc:sldMk cId="3387990239" sldId="300"/>
            <ac:spMk id="5" creationId="{523C5A50-9515-13C2-9AE3-B9BB7956AAE1}"/>
          </ac:spMkLst>
        </pc:spChg>
        <pc:spChg chg="del">
          <ac:chgData name="Kiên Trần" userId="a7ea96e4718dd71a" providerId="Windows Live" clId="Web-{5CE278E6-6B5C-4D5C-BE01-C616AE34C4CB}" dt="2023-10-26T19:51:12.614" v="76"/>
          <ac:spMkLst>
            <pc:docMk/>
            <pc:sldMk cId="3387990239" sldId="300"/>
            <ac:spMk id="7" creationId="{665A6123-97CF-B7D3-89E5-04543E6BA6BA}"/>
          </ac:spMkLst>
        </pc:spChg>
        <pc:spChg chg="add mod">
          <ac:chgData name="Kiên Trần" userId="a7ea96e4718dd71a" providerId="Windows Live" clId="Web-{5CE278E6-6B5C-4D5C-BE01-C616AE34C4CB}" dt="2023-10-26T19:52:50.101" v="120" actId="1076"/>
          <ac:spMkLst>
            <pc:docMk/>
            <pc:sldMk cId="3387990239" sldId="300"/>
            <ac:spMk id="8" creationId="{63813EA0-175B-7607-54E9-5804FBF7696F}"/>
          </ac:spMkLst>
        </pc:spChg>
        <pc:spChg chg="add mod">
          <ac:chgData name="Kiên Trần" userId="a7ea96e4718dd71a" providerId="Windows Live" clId="Web-{5CE278E6-6B5C-4D5C-BE01-C616AE34C4CB}" dt="2023-10-26T19:52:40.210" v="117" actId="20577"/>
          <ac:spMkLst>
            <pc:docMk/>
            <pc:sldMk cId="3387990239" sldId="300"/>
            <ac:spMk id="9" creationId="{C5B6993E-8D74-1D85-FD4F-F3EDA09DC67A}"/>
          </ac:spMkLst>
        </pc:spChg>
        <pc:spChg chg="del">
          <ac:chgData name="Kiên Trần" userId="a7ea96e4718dd71a" providerId="Windows Live" clId="Web-{5CE278E6-6B5C-4D5C-BE01-C616AE34C4CB}" dt="2023-10-26T19:51:14.536" v="77"/>
          <ac:spMkLst>
            <pc:docMk/>
            <pc:sldMk cId="3387990239" sldId="300"/>
            <ac:spMk id="10" creationId="{E16A1147-6AEA-F011-FB75-1CDA83F45785}"/>
          </ac:spMkLst>
        </pc:spChg>
        <pc:spChg chg="add mod">
          <ac:chgData name="Kiên Trần" userId="a7ea96e4718dd71a" providerId="Windows Live" clId="Web-{5CE278E6-6B5C-4D5C-BE01-C616AE34C4CB}" dt="2023-10-26T19:54:00.842" v="134" actId="1076"/>
          <ac:spMkLst>
            <pc:docMk/>
            <pc:sldMk cId="3387990239" sldId="300"/>
            <ac:spMk id="12" creationId="{60765C6B-2EED-3065-0B4B-3DB54E222F75}"/>
          </ac:spMkLst>
        </pc:spChg>
        <pc:spChg chg="mod">
          <ac:chgData name="Kiên Trần" userId="a7ea96e4718dd71a" providerId="Windows Live" clId="Web-{5CE278E6-6B5C-4D5C-BE01-C616AE34C4CB}" dt="2023-10-26T19:59:11.337" v="198" actId="20577"/>
          <ac:spMkLst>
            <pc:docMk/>
            <pc:sldMk cId="3387990239" sldId="300"/>
            <ac:spMk id="152" creationId="{00000000-0000-0000-0000-000000000000}"/>
          </ac:spMkLst>
        </pc:spChg>
        <pc:picChg chg="add mod">
          <ac:chgData name="Kiên Trần" userId="a7ea96e4718dd71a" providerId="Windows Live" clId="Web-{5CE278E6-6B5C-4D5C-BE01-C616AE34C4CB}" dt="2023-10-26T19:51:37.755" v="83" actId="14100"/>
          <ac:picMkLst>
            <pc:docMk/>
            <pc:sldMk cId="3387990239" sldId="300"/>
            <ac:picMk id="2" creationId="{104F3BDA-872E-168D-2E84-4DCDCC3ADCB4}"/>
          </ac:picMkLst>
        </pc:picChg>
        <pc:picChg chg="del">
          <ac:chgData name="Kiên Trần" userId="a7ea96e4718dd71a" providerId="Windows Live" clId="Web-{5CE278E6-6B5C-4D5C-BE01-C616AE34C4CB}" dt="2023-10-26T19:51:10.364" v="74"/>
          <ac:picMkLst>
            <pc:docMk/>
            <pc:sldMk cId="3387990239" sldId="300"/>
            <ac:picMk id="3" creationId="{1031CAFD-E5AF-C333-9862-C062538CDF9C}"/>
          </ac:picMkLst>
        </pc:picChg>
        <pc:picChg chg="add mod">
          <ac:chgData name="Kiên Trần" userId="a7ea96e4718dd71a" providerId="Windows Live" clId="Web-{5CE278E6-6B5C-4D5C-BE01-C616AE34C4CB}" dt="2023-10-26T19:51:43.381" v="88" actId="1076"/>
          <ac:picMkLst>
            <pc:docMk/>
            <pc:sldMk cId="3387990239" sldId="300"/>
            <ac:picMk id="4" creationId="{66D33880-8304-64AE-189D-ABBD65422495}"/>
          </ac:picMkLst>
        </pc:picChg>
        <pc:picChg chg="del">
          <ac:chgData name="Kiên Trần" userId="a7ea96e4718dd71a" providerId="Windows Live" clId="Web-{5CE278E6-6B5C-4D5C-BE01-C616AE34C4CB}" dt="2023-10-26T19:51:11.005" v="75"/>
          <ac:picMkLst>
            <pc:docMk/>
            <pc:sldMk cId="3387990239" sldId="300"/>
            <ac:picMk id="6" creationId="{0632E9F4-3F9A-9F8F-312B-A6EBAA5F6C4A}"/>
          </ac:picMkLst>
        </pc:picChg>
        <pc:picChg chg="add mod">
          <ac:chgData name="Kiên Trần" userId="a7ea96e4718dd71a" providerId="Windows Live" clId="Web-{5CE278E6-6B5C-4D5C-BE01-C616AE34C4CB}" dt="2023-10-26T19:54:03.967" v="135" actId="1076"/>
          <ac:picMkLst>
            <pc:docMk/>
            <pc:sldMk cId="3387990239" sldId="300"/>
            <ac:picMk id="11" creationId="{CC4736D3-BEE8-F3E7-A79D-F38684B758EA}"/>
          </ac:picMkLst>
        </pc:picChg>
        <pc:picChg chg="add mod">
          <ac:chgData name="Kiên Trần" userId="a7ea96e4718dd71a" providerId="Windows Live" clId="Web-{5CE278E6-6B5C-4D5C-BE01-C616AE34C4CB}" dt="2023-10-26T19:54:25.546" v="139" actId="1076"/>
          <ac:picMkLst>
            <pc:docMk/>
            <pc:sldMk cId="3387990239" sldId="300"/>
            <ac:picMk id="13" creationId="{CE6FB017-DFB0-2054-37CC-00B232243EE7}"/>
          </ac:picMkLst>
        </pc:picChg>
      </pc:sldChg>
      <pc:sldChg chg="modSp add replId">
        <pc:chgData name="Kiên Trần" userId="a7ea96e4718dd71a" providerId="Windows Live" clId="Web-{5CE278E6-6B5C-4D5C-BE01-C616AE34C4CB}" dt="2023-10-27T00:54:32.163" v="1162" actId="20577"/>
        <pc:sldMkLst>
          <pc:docMk/>
          <pc:sldMk cId="3900839648" sldId="301"/>
        </pc:sldMkLst>
        <pc:spChg chg="mod">
          <ac:chgData name="Kiên Trần" userId="a7ea96e4718dd71a" providerId="Windows Live" clId="Web-{5CE278E6-6B5C-4D5C-BE01-C616AE34C4CB}" dt="2023-10-27T00:54:32.163" v="1162" actId="20577"/>
          <ac:spMkLst>
            <pc:docMk/>
            <pc:sldMk cId="3900839648" sldId="301"/>
            <ac:spMk id="5" creationId="{523C5A50-9515-13C2-9AE3-B9BB7956AAE1}"/>
          </ac:spMkLst>
        </pc:spChg>
        <pc:spChg chg="mod">
          <ac:chgData name="Kiên Trần" userId="a7ea96e4718dd71a" providerId="Windows Live" clId="Web-{5CE278E6-6B5C-4D5C-BE01-C616AE34C4CB}" dt="2023-10-26T19:59:14.384" v="199" actId="20577"/>
          <ac:spMkLst>
            <pc:docMk/>
            <pc:sldMk cId="3900839648" sldId="301"/>
            <ac:spMk id="152" creationId="{00000000-0000-0000-0000-000000000000}"/>
          </ac:spMkLst>
        </pc:spChg>
      </pc:sldChg>
      <pc:sldChg chg="addSp delSp modSp add replId">
        <pc:chgData name="Kiên Trần" userId="a7ea96e4718dd71a" providerId="Windows Live" clId="Web-{5CE278E6-6B5C-4D5C-BE01-C616AE34C4CB}" dt="2023-10-27T00:52:56.347" v="1086" actId="14100"/>
        <pc:sldMkLst>
          <pc:docMk/>
          <pc:sldMk cId="431644063" sldId="302"/>
        </pc:sldMkLst>
        <pc:spChg chg="add mod">
          <ac:chgData name="Kiên Trần" userId="a7ea96e4718dd71a" providerId="Windows Live" clId="Web-{5CE278E6-6B5C-4D5C-BE01-C616AE34C4CB}" dt="2023-10-27T00:09:40.566" v="728" actId="20577"/>
          <ac:spMkLst>
            <pc:docMk/>
            <pc:sldMk cId="431644063" sldId="302"/>
            <ac:spMk id="2" creationId="{44ABC208-9220-74AB-D276-4EA8FAB50BD5}"/>
          </ac:spMkLst>
        </pc:spChg>
        <pc:spChg chg="add mod">
          <ac:chgData name="Kiên Trần" userId="a7ea96e4718dd71a" providerId="Windows Live" clId="Web-{5CE278E6-6B5C-4D5C-BE01-C616AE34C4CB}" dt="2023-10-27T00:11:37.508" v="747" actId="20577"/>
          <ac:spMkLst>
            <pc:docMk/>
            <pc:sldMk cId="431644063" sldId="302"/>
            <ac:spMk id="4" creationId="{812B9378-8480-298E-2F85-B282B4A52A87}"/>
          </ac:spMkLst>
        </pc:spChg>
        <pc:spChg chg="add mod">
          <ac:chgData name="Kiên Trần" userId="a7ea96e4718dd71a" providerId="Windows Live" clId="Web-{5CE278E6-6B5C-4D5C-BE01-C616AE34C4CB}" dt="2023-10-27T00:52:56.347" v="1086" actId="14100"/>
          <ac:spMkLst>
            <pc:docMk/>
            <pc:sldMk cId="431644063" sldId="302"/>
            <ac:spMk id="5" creationId="{6343D1F5-34AE-A926-D376-2C98274D9ECE}"/>
          </ac:spMkLst>
        </pc:spChg>
        <pc:spChg chg="mod">
          <ac:chgData name="Kiên Trần" userId="a7ea96e4718dd71a" providerId="Windows Live" clId="Web-{5CE278E6-6B5C-4D5C-BE01-C616AE34C4CB}" dt="2023-10-26T19:59:48.057" v="204" actId="20577"/>
          <ac:spMkLst>
            <pc:docMk/>
            <pc:sldMk cId="431644063" sldId="302"/>
            <ac:spMk id="202" creationId="{00000000-0000-0000-0000-000000000000}"/>
          </ac:spMkLst>
        </pc:spChg>
        <pc:spChg chg="del">
          <ac:chgData name="Kiên Trần" userId="a7ea96e4718dd71a" providerId="Windows Live" clId="Web-{5CE278E6-6B5C-4D5C-BE01-C616AE34C4CB}" dt="2023-10-27T00:06:57.654" v="687"/>
          <ac:spMkLst>
            <pc:docMk/>
            <pc:sldMk cId="431644063" sldId="302"/>
            <ac:spMk id="218" creationId="{00000000-0000-0000-0000-000000000000}"/>
          </ac:spMkLst>
        </pc:spChg>
        <pc:spChg chg="del">
          <ac:chgData name="Kiên Trần" userId="a7ea96e4718dd71a" providerId="Windows Live" clId="Web-{5CE278E6-6B5C-4D5C-BE01-C616AE34C4CB}" dt="2023-10-27T00:06:56.951" v="686"/>
          <ac:spMkLst>
            <pc:docMk/>
            <pc:sldMk cId="431644063" sldId="302"/>
            <ac:spMk id="219" creationId="{00000000-0000-0000-0000-000000000000}"/>
          </ac:spMkLst>
        </pc:spChg>
        <pc:spChg chg="del">
          <ac:chgData name="Kiên Trần" userId="a7ea96e4718dd71a" providerId="Windows Live" clId="Web-{5CE278E6-6B5C-4D5C-BE01-C616AE34C4CB}" dt="2023-10-27T00:07:20.624" v="702"/>
          <ac:spMkLst>
            <pc:docMk/>
            <pc:sldMk cId="431644063" sldId="302"/>
            <ac:spMk id="232" creationId="{00000000-0000-0000-0000-000000000000}"/>
          </ac:spMkLst>
        </pc:spChg>
        <pc:spChg chg="del mod">
          <ac:chgData name="Kiên Trần" userId="a7ea96e4718dd71a" providerId="Windows Live" clId="Web-{5CE278E6-6B5C-4D5C-BE01-C616AE34C4CB}" dt="2023-10-27T00:07:19.640" v="701"/>
          <ac:spMkLst>
            <pc:docMk/>
            <pc:sldMk cId="431644063" sldId="302"/>
            <ac:spMk id="233" creationId="{00000000-0000-0000-0000-000000000000}"/>
          </ac:spMkLst>
        </pc:spChg>
        <pc:spChg chg="del">
          <ac:chgData name="Kiên Trần" userId="a7ea96e4718dd71a" providerId="Windows Live" clId="Web-{5CE278E6-6B5C-4D5C-BE01-C616AE34C4CB}" dt="2023-10-27T00:07:22.874" v="704"/>
          <ac:spMkLst>
            <pc:docMk/>
            <pc:sldMk cId="431644063" sldId="302"/>
            <ac:spMk id="234" creationId="{00000000-0000-0000-0000-000000000000}"/>
          </ac:spMkLst>
        </pc:spChg>
        <pc:spChg chg="del">
          <ac:chgData name="Kiên Trần" userId="a7ea96e4718dd71a" providerId="Windows Live" clId="Web-{5CE278E6-6B5C-4D5C-BE01-C616AE34C4CB}" dt="2023-10-27T00:07:21.655" v="703"/>
          <ac:spMkLst>
            <pc:docMk/>
            <pc:sldMk cId="431644063" sldId="302"/>
            <ac:spMk id="235" creationId="{00000000-0000-0000-0000-000000000000}"/>
          </ac:spMkLst>
        </pc:spChg>
        <pc:spChg chg="del">
          <ac:chgData name="Kiên Trần" userId="a7ea96e4718dd71a" providerId="Windows Live" clId="Web-{5CE278E6-6B5C-4D5C-BE01-C616AE34C4CB}" dt="2023-10-27T00:07:25.312" v="706"/>
          <ac:spMkLst>
            <pc:docMk/>
            <pc:sldMk cId="431644063" sldId="302"/>
            <ac:spMk id="236" creationId="{00000000-0000-0000-0000-000000000000}"/>
          </ac:spMkLst>
        </pc:spChg>
        <pc:spChg chg="del">
          <ac:chgData name="Kiên Trần" userId="a7ea96e4718dd71a" providerId="Windows Live" clId="Web-{5CE278E6-6B5C-4D5C-BE01-C616AE34C4CB}" dt="2023-10-27T00:07:23.796" v="705"/>
          <ac:spMkLst>
            <pc:docMk/>
            <pc:sldMk cId="431644063" sldId="302"/>
            <ac:spMk id="237" creationId="{00000000-0000-0000-0000-000000000000}"/>
          </ac:spMkLst>
        </pc:spChg>
        <pc:spChg chg="del">
          <ac:chgData name="Kiên Trần" userId="a7ea96e4718dd71a" providerId="Windows Live" clId="Web-{5CE278E6-6B5C-4D5C-BE01-C616AE34C4CB}" dt="2023-10-27T00:07:01.795" v="690"/>
          <ac:spMkLst>
            <pc:docMk/>
            <pc:sldMk cId="431644063" sldId="302"/>
            <ac:spMk id="238" creationId="{00000000-0000-0000-0000-000000000000}"/>
          </ac:spMkLst>
        </pc:spChg>
        <pc:spChg chg="del">
          <ac:chgData name="Kiên Trần" userId="a7ea96e4718dd71a" providerId="Windows Live" clId="Web-{5CE278E6-6B5C-4D5C-BE01-C616AE34C4CB}" dt="2023-10-27T00:07:03.483" v="691"/>
          <ac:spMkLst>
            <pc:docMk/>
            <pc:sldMk cId="431644063" sldId="302"/>
            <ac:spMk id="239" creationId="{00000000-0000-0000-0000-000000000000}"/>
          </ac:spMkLst>
        </pc:spChg>
        <pc:spChg chg="del">
          <ac:chgData name="Kiên Trần" userId="a7ea96e4718dd71a" providerId="Windows Live" clId="Web-{5CE278E6-6B5C-4D5C-BE01-C616AE34C4CB}" dt="2023-10-27T00:07:05.186" v="693"/>
          <ac:spMkLst>
            <pc:docMk/>
            <pc:sldMk cId="431644063" sldId="302"/>
            <ac:spMk id="240" creationId="{00000000-0000-0000-0000-000000000000}"/>
          </ac:spMkLst>
        </pc:spChg>
        <pc:spChg chg="del">
          <ac:chgData name="Kiên Trần" userId="a7ea96e4718dd71a" providerId="Windows Live" clId="Web-{5CE278E6-6B5C-4D5C-BE01-C616AE34C4CB}" dt="2023-10-27T00:07:04.373" v="692"/>
          <ac:spMkLst>
            <pc:docMk/>
            <pc:sldMk cId="431644063" sldId="302"/>
            <ac:spMk id="241" creationId="{00000000-0000-0000-0000-000000000000}"/>
          </ac:spMkLst>
        </pc:spChg>
        <pc:spChg chg="del">
          <ac:chgData name="Kiên Trần" userId="a7ea96e4718dd71a" providerId="Windows Live" clId="Web-{5CE278E6-6B5C-4D5C-BE01-C616AE34C4CB}" dt="2023-10-27T00:07:06.155" v="694"/>
          <ac:spMkLst>
            <pc:docMk/>
            <pc:sldMk cId="431644063" sldId="302"/>
            <ac:spMk id="242" creationId="{00000000-0000-0000-0000-000000000000}"/>
          </ac:spMkLst>
        </pc:spChg>
        <pc:spChg chg="del">
          <ac:chgData name="Kiên Trần" userId="a7ea96e4718dd71a" providerId="Windows Live" clId="Web-{5CE278E6-6B5C-4D5C-BE01-C616AE34C4CB}" dt="2023-10-27T00:07:08.139" v="695"/>
          <ac:spMkLst>
            <pc:docMk/>
            <pc:sldMk cId="431644063" sldId="302"/>
            <ac:spMk id="243" creationId="{00000000-0000-0000-0000-000000000000}"/>
          </ac:spMkLst>
        </pc:spChg>
        <pc:spChg chg="del">
          <ac:chgData name="Kiên Trần" userId="a7ea96e4718dd71a" providerId="Windows Live" clId="Web-{5CE278E6-6B5C-4D5C-BE01-C616AE34C4CB}" dt="2023-10-27T00:07:27.327" v="708"/>
          <ac:spMkLst>
            <pc:docMk/>
            <pc:sldMk cId="431644063" sldId="302"/>
            <ac:spMk id="244" creationId="{00000000-0000-0000-0000-000000000000}"/>
          </ac:spMkLst>
        </pc:spChg>
        <pc:spChg chg="del">
          <ac:chgData name="Kiên Trần" userId="a7ea96e4718dd71a" providerId="Windows Live" clId="Web-{5CE278E6-6B5C-4D5C-BE01-C616AE34C4CB}" dt="2023-10-27T00:07:26.452" v="707"/>
          <ac:spMkLst>
            <pc:docMk/>
            <pc:sldMk cId="431644063" sldId="302"/>
            <ac:spMk id="245" creationId="{00000000-0000-0000-0000-000000000000}"/>
          </ac:spMkLst>
        </pc:spChg>
        <pc:spChg chg="del">
          <ac:chgData name="Kiên Trần" userId="a7ea96e4718dd71a" providerId="Windows Live" clId="Web-{5CE278E6-6B5C-4D5C-BE01-C616AE34C4CB}" dt="2023-10-27T00:07:30.124" v="710"/>
          <ac:spMkLst>
            <pc:docMk/>
            <pc:sldMk cId="431644063" sldId="302"/>
            <ac:spMk id="246" creationId="{00000000-0000-0000-0000-000000000000}"/>
          </ac:spMkLst>
        </pc:spChg>
        <pc:spChg chg="del">
          <ac:chgData name="Kiên Trần" userId="a7ea96e4718dd71a" providerId="Windows Live" clId="Web-{5CE278E6-6B5C-4D5C-BE01-C616AE34C4CB}" dt="2023-10-27T00:07:28.218" v="709"/>
          <ac:spMkLst>
            <pc:docMk/>
            <pc:sldMk cId="431644063" sldId="302"/>
            <ac:spMk id="247" creationId="{00000000-0000-0000-0000-000000000000}"/>
          </ac:spMkLst>
        </pc:spChg>
        <pc:spChg chg="del">
          <ac:chgData name="Kiên Trần" userId="a7ea96e4718dd71a" providerId="Windows Live" clId="Web-{5CE278E6-6B5C-4D5C-BE01-C616AE34C4CB}" dt="2023-10-27T00:07:32.265" v="712"/>
          <ac:spMkLst>
            <pc:docMk/>
            <pc:sldMk cId="431644063" sldId="302"/>
            <ac:spMk id="248" creationId="{00000000-0000-0000-0000-000000000000}"/>
          </ac:spMkLst>
        </pc:spChg>
        <pc:spChg chg="del">
          <ac:chgData name="Kiên Trần" userId="a7ea96e4718dd71a" providerId="Windows Live" clId="Web-{5CE278E6-6B5C-4D5C-BE01-C616AE34C4CB}" dt="2023-10-27T00:07:30.952" v="711"/>
          <ac:spMkLst>
            <pc:docMk/>
            <pc:sldMk cId="431644063" sldId="302"/>
            <ac:spMk id="249" creationId="{00000000-0000-0000-0000-000000000000}"/>
          </ac:spMkLst>
        </pc:spChg>
        <pc:spChg chg="del">
          <ac:chgData name="Kiên Trần" userId="a7ea96e4718dd71a" providerId="Windows Live" clId="Web-{5CE278E6-6B5C-4D5C-BE01-C616AE34C4CB}" dt="2023-10-27T00:07:34.374" v="714"/>
          <ac:spMkLst>
            <pc:docMk/>
            <pc:sldMk cId="431644063" sldId="302"/>
            <ac:spMk id="250" creationId="{00000000-0000-0000-0000-000000000000}"/>
          </ac:spMkLst>
        </pc:spChg>
        <pc:spChg chg="del">
          <ac:chgData name="Kiên Trần" userId="a7ea96e4718dd71a" providerId="Windows Live" clId="Web-{5CE278E6-6B5C-4D5C-BE01-C616AE34C4CB}" dt="2023-10-27T00:07:33.124" v="713"/>
          <ac:spMkLst>
            <pc:docMk/>
            <pc:sldMk cId="431644063" sldId="302"/>
            <ac:spMk id="251" creationId="{00000000-0000-0000-0000-000000000000}"/>
          </ac:spMkLst>
        </pc:spChg>
        <pc:spChg chg="del">
          <ac:chgData name="Kiên Trần" userId="a7ea96e4718dd71a" providerId="Windows Live" clId="Web-{5CE278E6-6B5C-4D5C-BE01-C616AE34C4CB}" dt="2023-10-27T00:07:36.078" v="716"/>
          <ac:spMkLst>
            <pc:docMk/>
            <pc:sldMk cId="431644063" sldId="302"/>
            <ac:spMk id="252" creationId="{00000000-0000-0000-0000-000000000000}"/>
          </ac:spMkLst>
        </pc:spChg>
        <pc:spChg chg="del">
          <ac:chgData name="Kiên Trần" userId="a7ea96e4718dd71a" providerId="Windows Live" clId="Web-{5CE278E6-6B5C-4D5C-BE01-C616AE34C4CB}" dt="2023-10-27T00:07:35.187" v="715"/>
          <ac:spMkLst>
            <pc:docMk/>
            <pc:sldMk cId="431644063" sldId="302"/>
            <ac:spMk id="253" creationId="{00000000-0000-0000-0000-000000000000}"/>
          </ac:spMkLst>
        </pc:spChg>
        <pc:spChg chg="del">
          <ac:chgData name="Kiên Trần" userId="a7ea96e4718dd71a" providerId="Windows Live" clId="Web-{5CE278E6-6B5C-4D5C-BE01-C616AE34C4CB}" dt="2023-10-27T00:07:14.327" v="697"/>
          <ac:spMkLst>
            <pc:docMk/>
            <pc:sldMk cId="431644063" sldId="302"/>
            <ac:spMk id="256" creationId="{00000000-0000-0000-0000-000000000000}"/>
          </ac:spMkLst>
        </pc:spChg>
        <pc:spChg chg="del">
          <ac:chgData name="Kiên Trần" userId="a7ea96e4718dd71a" providerId="Windows Live" clId="Web-{5CE278E6-6B5C-4D5C-BE01-C616AE34C4CB}" dt="2023-10-27T00:07:09.483" v="696"/>
          <ac:spMkLst>
            <pc:docMk/>
            <pc:sldMk cId="431644063" sldId="302"/>
            <ac:spMk id="257" creationId="{00000000-0000-0000-0000-000000000000}"/>
          </ac:spMkLst>
        </pc:spChg>
        <pc:spChg chg="del">
          <ac:chgData name="Kiên Trần" userId="a7ea96e4718dd71a" providerId="Windows Live" clId="Web-{5CE278E6-6B5C-4D5C-BE01-C616AE34C4CB}" dt="2023-10-27T00:07:16.233" v="699"/>
          <ac:spMkLst>
            <pc:docMk/>
            <pc:sldMk cId="431644063" sldId="302"/>
            <ac:spMk id="260" creationId="{00000000-0000-0000-0000-000000000000}"/>
          </ac:spMkLst>
        </pc:spChg>
        <pc:spChg chg="del">
          <ac:chgData name="Kiên Trần" userId="a7ea96e4718dd71a" providerId="Windows Live" clId="Web-{5CE278E6-6B5C-4D5C-BE01-C616AE34C4CB}" dt="2023-10-27T00:07:15.389" v="698"/>
          <ac:spMkLst>
            <pc:docMk/>
            <pc:sldMk cId="431644063" sldId="302"/>
            <ac:spMk id="261" creationId="{00000000-0000-0000-0000-000000000000}"/>
          </ac:spMkLst>
        </pc:spChg>
        <pc:spChg chg="del">
          <ac:chgData name="Kiên Trần" userId="a7ea96e4718dd71a" providerId="Windows Live" clId="Web-{5CE278E6-6B5C-4D5C-BE01-C616AE34C4CB}" dt="2023-10-27T00:07:37.125" v="717"/>
          <ac:spMkLst>
            <pc:docMk/>
            <pc:sldMk cId="431644063" sldId="302"/>
            <ac:spMk id="278" creationId="{00000000-0000-0000-0000-000000000000}"/>
          </ac:spMkLst>
        </pc:spChg>
        <pc:spChg chg="del">
          <ac:chgData name="Kiên Trần" userId="a7ea96e4718dd71a" providerId="Windows Live" clId="Web-{5CE278E6-6B5C-4D5C-BE01-C616AE34C4CB}" dt="2023-10-27T00:07:00.545" v="689"/>
          <ac:spMkLst>
            <pc:docMk/>
            <pc:sldMk cId="431644063" sldId="302"/>
            <ac:spMk id="280" creationId="{00000000-0000-0000-0000-000000000000}"/>
          </ac:spMkLst>
        </pc:spChg>
        <pc:spChg chg="del">
          <ac:chgData name="Kiên Trần" userId="a7ea96e4718dd71a" providerId="Windows Live" clId="Web-{5CE278E6-6B5C-4D5C-BE01-C616AE34C4CB}" dt="2023-10-27T00:06:58.529" v="688"/>
          <ac:spMkLst>
            <pc:docMk/>
            <pc:sldMk cId="431644063" sldId="302"/>
            <ac:spMk id="281" creationId="{00000000-0000-0000-0000-000000000000}"/>
          </ac:spMkLst>
        </pc:spChg>
        <pc:spChg chg="del">
          <ac:chgData name="Kiên Trần" userId="a7ea96e4718dd71a" providerId="Windows Live" clId="Web-{5CE278E6-6B5C-4D5C-BE01-C616AE34C4CB}" dt="2023-10-27T00:06:56.045" v="685"/>
          <ac:spMkLst>
            <pc:docMk/>
            <pc:sldMk cId="431644063" sldId="302"/>
            <ac:spMk id="284" creationId="{00000000-0000-0000-0000-000000000000}"/>
          </ac:spMkLst>
        </pc:spChg>
        <pc:spChg chg="del">
          <ac:chgData name="Kiên Trần" userId="a7ea96e4718dd71a" providerId="Windows Live" clId="Web-{5CE278E6-6B5C-4D5C-BE01-C616AE34C4CB}" dt="2023-10-27T00:06:55.310" v="684"/>
          <ac:spMkLst>
            <pc:docMk/>
            <pc:sldMk cId="431644063" sldId="302"/>
            <ac:spMk id="285" creationId="{00000000-0000-0000-0000-000000000000}"/>
          </ac:spMkLst>
        </pc:spChg>
        <pc:grpChg chg="mod">
          <ac:chgData name="Kiên Trần" userId="a7ea96e4718dd71a" providerId="Windows Live" clId="Web-{5CE278E6-6B5C-4D5C-BE01-C616AE34C4CB}" dt="2023-10-27T00:07:43.922" v="718" actId="14100"/>
          <ac:grpSpMkLst>
            <pc:docMk/>
            <pc:sldMk cId="431644063" sldId="302"/>
            <ac:grpSpMk id="203" creationId="{00000000-0000-0000-0000-000000000000}"/>
          </ac:grpSpMkLst>
        </pc:grpChg>
        <pc:picChg chg="add mod">
          <ac:chgData name="Kiên Trần" userId="a7ea96e4718dd71a" providerId="Windows Live" clId="Web-{5CE278E6-6B5C-4D5C-BE01-C616AE34C4CB}" dt="2023-10-27T00:52:10.080" v="1070" actId="1076"/>
          <ac:picMkLst>
            <pc:docMk/>
            <pc:sldMk cId="431644063" sldId="302"/>
            <ac:picMk id="3" creationId="{99C5272E-6E03-5A24-1C65-D671C2F74FBB}"/>
          </ac:picMkLst>
        </pc:picChg>
      </pc:sldChg>
      <pc:sldChg chg="addSp delSp modSp add replId addCm">
        <pc:chgData name="Kiên Trần" userId="a7ea96e4718dd71a" providerId="Windows Live" clId="Web-{5CE278E6-6B5C-4D5C-BE01-C616AE34C4CB}" dt="2023-10-27T00:30:50.956" v="888" actId="14100"/>
        <pc:sldMkLst>
          <pc:docMk/>
          <pc:sldMk cId="3702684579" sldId="303"/>
        </pc:sldMkLst>
        <pc:spChg chg="add mod">
          <ac:chgData name="Kiên Trần" userId="a7ea96e4718dd71a" providerId="Windows Live" clId="Web-{5CE278E6-6B5C-4D5C-BE01-C616AE34C4CB}" dt="2023-10-27T00:25:38.992" v="846"/>
          <ac:spMkLst>
            <pc:docMk/>
            <pc:sldMk cId="3702684579" sldId="303"/>
            <ac:spMk id="2" creationId="{D551457E-BC0C-4E04-F3FF-05AA147DB73F}"/>
          </ac:spMkLst>
        </pc:spChg>
        <pc:spChg chg="add mod">
          <ac:chgData name="Kiên Trần" userId="a7ea96e4718dd71a" providerId="Windows Live" clId="Web-{5CE278E6-6B5C-4D5C-BE01-C616AE34C4CB}" dt="2023-10-27T00:22:36.219" v="841" actId="20577"/>
          <ac:spMkLst>
            <pc:docMk/>
            <pc:sldMk cId="3702684579" sldId="303"/>
            <ac:spMk id="3" creationId="{B11D30B0-E9CB-CD9F-E290-67CADC9E547C}"/>
          </ac:spMkLst>
        </pc:spChg>
        <pc:spChg chg="add">
          <ac:chgData name="Kiên Trần" userId="a7ea96e4718dd71a" providerId="Windows Live" clId="Web-{5CE278E6-6B5C-4D5C-BE01-C616AE34C4CB}" dt="2023-10-27T00:25:28.913" v="842"/>
          <ac:spMkLst>
            <pc:docMk/>
            <pc:sldMk cId="3702684579" sldId="303"/>
            <ac:spMk id="4" creationId="{9BFF85B1-28D1-1366-4377-914A7D9FA1DA}"/>
          </ac:spMkLst>
        </pc:spChg>
        <pc:spChg chg="add mod">
          <ac:chgData name="Kiên Trần" userId="a7ea96e4718dd71a" providerId="Windows Live" clId="Web-{5CE278E6-6B5C-4D5C-BE01-C616AE34C4CB}" dt="2023-10-27T00:27:19.058" v="861" actId="14100"/>
          <ac:spMkLst>
            <pc:docMk/>
            <pc:sldMk cId="3702684579" sldId="303"/>
            <ac:spMk id="6" creationId="{F8B970A3-CDA9-421C-DA01-AFFF5C451A24}"/>
          </ac:spMkLst>
        </pc:spChg>
        <pc:spChg chg="add mod">
          <ac:chgData name="Kiên Trần" userId="a7ea96e4718dd71a" providerId="Windows Live" clId="Web-{5CE278E6-6B5C-4D5C-BE01-C616AE34C4CB}" dt="2023-10-27T00:30:17.846" v="882" actId="20577"/>
          <ac:spMkLst>
            <pc:docMk/>
            <pc:sldMk cId="3702684579" sldId="303"/>
            <ac:spMk id="8" creationId="{B286DB27-F40C-0131-3B0D-54F0CCB15733}"/>
          </ac:spMkLst>
        </pc:spChg>
        <pc:spChg chg="mod">
          <ac:chgData name="Kiên Trần" userId="a7ea96e4718dd71a" providerId="Windows Live" clId="Web-{5CE278E6-6B5C-4D5C-BE01-C616AE34C4CB}" dt="2023-10-26T20:00:17.120" v="210" actId="20577"/>
          <ac:spMkLst>
            <pc:docMk/>
            <pc:sldMk cId="3702684579" sldId="303"/>
            <ac:spMk id="202" creationId="{00000000-0000-0000-0000-000000000000}"/>
          </ac:spMkLst>
        </pc:spChg>
        <pc:spChg chg="mod">
          <ac:chgData name="Kiên Trần" userId="a7ea96e4718dd71a" providerId="Windows Live" clId="Web-{5CE278E6-6B5C-4D5C-BE01-C616AE34C4CB}" dt="2023-10-27T00:21:18.935" v="787" actId="14100"/>
          <ac:spMkLst>
            <pc:docMk/>
            <pc:sldMk cId="3702684579" sldId="303"/>
            <ac:spMk id="205" creationId="{00000000-0000-0000-0000-000000000000}"/>
          </ac:spMkLst>
        </pc:spChg>
        <pc:spChg chg="del">
          <ac:chgData name="Kiên Trần" userId="a7ea96e4718dd71a" providerId="Windows Live" clId="Web-{5CE278E6-6B5C-4D5C-BE01-C616AE34C4CB}" dt="2023-10-27T00:21:23.342" v="788"/>
          <ac:spMkLst>
            <pc:docMk/>
            <pc:sldMk cId="3702684579" sldId="303"/>
            <ac:spMk id="218" creationId="{00000000-0000-0000-0000-000000000000}"/>
          </ac:spMkLst>
        </pc:spChg>
        <pc:spChg chg="del mod">
          <ac:chgData name="Kiên Trần" userId="a7ea96e4718dd71a" providerId="Windows Live" clId="Web-{5CE278E6-6B5C-4D5C-BE01-C616AE34C4CB}" dt="2023-10-26T20:00:23.526" v="213"/>
          <ac:spMkLst>
            <pc:docMk/>
            <pc:sldMk cId="3702684579" sldId="303"/>
            <ac:spMk id="219" creationId="{00000000-0000-0000-0000-000000000000}"/>
          </ac:spMkLst>
        </pc:spChg>
        <pc:spChg chg="del">
          <ac:chgData name="Kiên Trần" userId="a7ea96e4718dd71a" providerId="Windows Live" clId="Web-{5CE278E6-6B5C-4D5C-BE01-C616AE34C4CB}" dt="2023-10-27T00:21:42.686" v="804"/>
          <ac:spMkLst>
            <pc:docMk/>
            <pc:sldMk cId="3702684579" sldId="303"/>
            <ac:spMk id="232" creationId="{00000000-0000-0000-0000-000000000000}"/>
          </ac:spMkLst>
        </pc:spChg>
        <pc:spChg chg="del">
          <ac:chgData name="Kiên Trần" userId="a7ea96e4718dd71a" providerId="Windows Live" clId="Web-{5CE278E6-6B5C-4D5C-BE01-C616AE34C4CB}" dt="2023-10-27T00:21:41.014" v="803"/>
          <ac:spMkLst>
            <pc:docMk/>
            <pc:sldMk cId="3702684579" sldId="303"/>
            <ac:spMk id="233" creationId="{00000000-0000-0000-0000-000000000000}"/>
          </ac:spMkLst>
        </pc:spChg>
        <pc:spChg chg="del">
          <ac:chgData name="Kiên Trần" userId="a7ea96e4718dd71a" providerId="Windows Live" clId="Web-{5CE278E6-6B5C-4D5C-BE01-C616AE34C4CB}" dt="2023-10-27T00:21:44.515" v="806"/>
          <ac:spMkLst>
            <pc:docMk/>
            <pc:sldMk cId="3702684579" sldId="303"/>
            <ac:spMk id="234" creationId="{00000000-0000-0000-0000-000000000000}"/>
          </ac:spMkLst>
        </pc:spChg>
        <pc:spChg chg="del">
          <ac:chgData name="Kiên Trần" userId="a7ea96e4718dd71a" providerId="Windows Live" clId="Web-{5CE278E6-6B5C-4D5C-BE01-C616AE34C4CB}" dt="2023-10-27T00:21:43.671" v="805"/>
          <ac:spMkLst>
            <pc:docMk/>
            <pc:sldMk cId="3702684579" sldId="303"/>
            <ac:spMk id="235" creationId="{00000000-0000-0000-0000-000000000000}"/>
          </ac:spMkLst>
        </pc:spChg>
        <pc:spChg chg="del">
          <ac:chgData name="Kiên Trần" userId="a7ea96e4718dd71a" providerId="Windows Live" clId="Web-{5CE278E6-6B5C-4D5C-BE01-C616AE34C4CB}" dt="2023-10-27T00:21:46.093" v="808"/>
          <ac:spMkLst>
            <pc:docMk/>
            <pc:sldMk cId="3702684579" sldId="303"/>
            <ac:spMk id="236" creationId="{00000000-0000-0000-0000-000000000000}"/>
          </ac:spMkLst>
        </pc:spChg>
        <pc:spChg chg="del">
          <ac:chgData name="Kiên Trần" userId="a7ea96e4718dd71a" providerId="Windows Live" clId="Web-{5CE278E6-6B5C-4D5C-BE01-C616AE34C4CB}" dt="2023-10-27T00:21:45.358" v="807"/>
          <ac:spMkLst>
            <pc:docMk/>
            <pc:sldMk cId="3702684579" sldId="303"/>
            <ac:spMk id="237" creationId="{00000000-0000-0000-0000-000000000000}"/>
          </ac:spMkLst>
        </pc:spChg>
        <pc:spChg chg="del">
          <ac:chgData name="Kiên Trần" userId="a7ea96e4718dd71a" providerId="Windows Live" clId="Web-{5CE278E6-6B5C-4D5C-BE01-C616AE34C4CB}" dt="2023-10-27T00:21:30.358" v="793"/>
          <ac:spMkLst>
            <pc:docMk/>
            <pc:sldMk cId="3702684579" sldId="303"/>
            <ac:spMk id="238" creationId="{00000000-0000-0000-0000-000000000000}"/>
          </ac:spMkLst>
        </pc:spChg>
        <pc:spChg chg="del">
          <ac:chgData name="Kiên Trần" userId="a7ea96e4718dd71a" providerId="Windows Live" clId="Web-{5CE278E6-6B5C-4D5C-BE01-C616AE34C4CB}" dt="2023-10-27T00:21:29.655" v="792"/>
          <ac:spMkLst>
            <pc:docMk/>
            <pc:sldMk cId="3702684579" sldId="303"/>
            <ac:spMk id="239" creationId="{00000000-0000-0000-0000-000000000000}"/>
          </ac:spMkLst>
        </pc:spChg>
        <pc:spChg chg="del">
          <ac:chgData name="Kiên Trần" userId="a7ea96e4718dd71a" providerId="Windows Live" clId="Web-{5CE278E6-6B5C-4D5C-BE01-C616AE34C4CB}" dt="2023-10-27T00:21:31.811" v="795"/>
          <ac:spMkLst>
            <pc:docMk/>
            <pc:sldMk cId="3702684579" sldId="303"/>
            <ac:spMk id="240" creationId="{00000000-0000-0000-0000-000000000000}"/>
          </ac:spMkLst>
        </pc:spChg>
        <pc:spChg chg="del">
          <ac:chgData name="Kiên Trần" userId="a7ea96e4718dd71a" providerId="Windows Live" clId="Web-{5CE278E6-6B5C-4D5C-BE01-C616AE34C4CB}" dt="2023-10-27T00:21:31.123" v="794"/>
          <ac:spMkLst>
            <pc:docMk/>
            <pc:sldMk cId="3702684579" sldId="303"/>
            <ac:spMk id="241" creationId="{00000000-0000-0000-0000-000000000000}"/>
          </ac:spMkLst>
        </pc:spChg>
        <pc:spChg chg="del">
          <ac:chgData name="Kiên Trần" userId="a7ea96e4718dd71a" providerId="Windows Live" clId="Web-{5CE278E6-6B5C-4D5C-BE01-C616AE34C4CB}" dt="2023-10-27T00:21:32.686" v="796"/>
          <ac:spMkLst>
            <pc:docMk/>
            <pc:sldMk cId="3702684579" sldId="303"/>
            <ac:spMk id="242" creationId="{00000000-0000-0000-0000-000000000000}"/>
          </ac:spMkLst>
        </pc:spChg>
        <pc:spChg chg="del">
          <ac:chgData name="Kiên Trần" userId="a7ea96e4718dd71a" providerId="Windows Live" clId="Web-{5CE278E6-6B5C-4D5C-BE01-C616AE34C4CB}" dt="2023-10-27T00:21:34.264" v="797"/>
          <ac:spMkLst>
            <pc:docMk/>
            <pc:sldMk cId="3702684579" sldId="303"/>
            <ac:spMk id="243" creationId="{00000000-0000-0000-0000-000000000000}"/>
          </ac:spMkLst>
        </pc:spChg>
        <pc:spChg chg="del">
          <ac:chgData name="Kiên Trần" userId="a7ea96e4718dd71a" providerId="Windows Live" clId="Web-{5CE278E6-6B5C-4D5C-BE01-C616AE34C4CB}" dt="2023-10-27T00:21:49.233" v="811"/>
          <ac:spMkLst>
            <pc:docMk/>
            <pc:sldMk cId="3702684579" sldId="303"/>
            <ac:spMk id="244" creationId="{00000000-0000-0000-0000-000000000000}"/>
          </ac:spMkLst>
        </pc:spChg>
        <pc:spChg chg="del mod">
          <ac:chgData name="Kiên Trần" userId="a7ea96e4718dd71a" providerId="Windows Live" clId="Web-{5CE278E6-6B5C-4D5C-BE01-C616AE34C4CB}" dt="2023-10-27T00:21:48.468" v="810"/>
          <ac:spMkLst>
            <pc:docMk/>
            <pc:sldMk cId="3702684579" sldId="303"/>
            <ac:spMk id="245" creationId="{00000000-0000-0000-0000-000000000000}"/>
          </ac:spMkLst>
        </pc:spChg>
        <pc:spChg chg="del">
          <ac:chgData name="Kiên Trần" userId="a7ea96e4718dd71a" providerId="Windows Live" clId="Web-{5CE278E6-6B5C-4D5C-BE01-C616AE34C4CB}" dt="2023-10-27T00:21:53.609" v="814"/>
          <ac:spMkLst>
            <pc:docMk/>
            <pc:sldMk cId="3702684579" sldId="303"/>
            <ac:spMk id="246" creationId="{00000000-0000-0000-0000-000000000000}"/>
          </ac:spMkLst>
        </pc:spChg>
        <pc:spChg chg="del mod">
          <ac:chgData name="Kiên Trần" userId="a7ea96e4718dd71a" providerId="Windows Live" clId="Web-{5CE278E6-6B5C-4D5C-BE01-C616AE34C4CB}" dt="2023-10-27T00:21:52.796" v="813"/>
          <ac:spMkLst>
            <pc:docMk/>
            <pc:sldMk cId="3702684579" sldId="303"/>
            <ac:spMk id="247" creationId="{00000000-0000-0000-0000-000000000000}"/>
          </ac:spMkLst>
        </pc:spChg>
        <pc:spChg chg="del">
          <ac:chgData name="Kiên Trần" userId="a7ea96e4718dd71a" providerId="Windows Live" clId="Web-{5CE278E6-6B5C-4D5C-BE01-C616AE34C4CB}" dt="2023-10-27T00:21:56.999" v="817"/>
          <ac:spMkLst>
            <pc:docMk/>
            <pc:sldMk cId="3702684579" sldId="303"/>
            <ac:spMk id="248" creationId="{00000000-0000-0000-0000-000000000000}"/>
          </ac:spMkLst>
        </pc:spChg>
        <pc:spChg chg="del mod">
          <ac:chgData name="Kiên Trần" userId="a7ea96e4718dd71a" providerId="Windows Live" clId="Web-{5CE278E6-6B5C-4D5C-BE01-C616AE34C4CB}" dt="2023-10-27T00:21:56.046" v="816"/>
          <ac:spMkLst>
            <pc:docMk/>
            <pc:sldMk cId="3702684579" sldId="303"/>
            <ac:spMk id="249" creationId="{00000000-0000-0000-0000-000000000000}"/>
          </ac:spMkLst>
        </pc:spChg>
        <pc:spChg chg="del">
          <ac:chgData name="Kiên Trần" userId="a7ea96e4718dd71a" providerId="Windows Live" clId="Web-{5CE278E6-6B5C-4D5C-BE01-C616AE34C4CB}" dt="2023-10-27T00:22:00.234" v="820"/>
          <ac:spMkLst>
            <pc:docMk/>
            <pc:sldMk cId="3702684579" sldId="303"/>
            <ac:spMk id="250" creationId="{00000000-0000-0000-0000-000000000000}"/>
          </ac:spMkLst>
        </pc:spChg>
        <pc:spChg chg="del mod">
          <ac:chgData name="Kiên Trần" userId="a7ea96e4718dd71a" providerId="Windows Live" clId="Web-{5CE278E6-6B5C-4D5C-BE01-C616AE34C4CB}" dt="2023-10-27T00:21:59.421" v="819"/>
          <ac:spMkLst>
            <pc:docMk/>
            <pc:sldMk cId="3702684579" sldId="303"/>
            <ac:spMk id="251" creationId="{00000000-0000-0000-0000-000000000000}"/>
          </ac:spMkLst>
        </pc:spChg>
        <pc:spChg chg="del">
          <ac:chgData name="Kiên Trần" userId="a7ea96e4718dd71a" providerId="Windows Live" clId="Web-{5CE278E6-6B5C-4D5C-BE01-C616AE34C4CB}" dt="2023-10-27T00:22:02.218" v="822"/>
          <ac:spMkLst>
            <pc:docMk/>
            <pc:sldMk cId="3702684579" sldId="303"/>
            <ac:spMk id="252" creationId="{00000000-0000-0000-0000-000000000000}"/>
          </ac:spMkLst>
        </pc:spChg>
        <pc:spChg chg="del">
          <ac:chgData name="Kiên Trần" userId="a7ea96e4718dd71a" providerId="Windows Live" clId="Web-{5CE278E6-6B5C-4D5C-BE01-C616AE34C4CB}" dt="2023-10-27T00:22:01.390" v="821"/>
          <ac:spMkLst>
            <pc:docMk/>
            <pc:sldMk cId="3702684579" sldId="303"/>
            <ac:spMk id="253" creationId="{00000000-0000-0000-0000-000000000000}"/>
          </ac:spMkLst>
        </pc:spChg>
        <pc:spChg chg="del">
          <ac:chgData name="Kiên Trần" userId="a7ea96e4718dd71a" providerId="Windows Live" clId="Web-{5CE278E6-6B5C-4D5C-BE01-C616AE34C4CB}" dt="2023-10-27T00:21:37.702" v="800"/>
          <ac:spMkLst>
            <pc:docMk/>
            <pc:sldMk cId="3702684579" sldId="303"/>
            <ac:spMk id="256" creationId="{00000000-0000-0000-0000-000000000000}"/>
          </ac:spMkLst>
        </pc:spChg>
        <pc:spChg chg="del mod">
          <ac:chgData name="Kiên Trần" userId="a7ea96e4718dd71a" providerId="Windows Live" clId="Web-{5CE278E6-6B5C-4D5C-BE01-C616AE34C4CB}" dt="2023-10-27T00:21:36.311" v="799"/>
          <ac:spMkLst>
            <pc:docMk/>
            <pc:sldMk cId="3702684579" sldId="303"/>
            <ac:spMk id="257" creationId="{00000000-0000-0000-0000-000000000000}"/>
          </ac:spMkLst>
        </pc:spChg>
        <pc:spChg chg="del">
          <ac:chgData name="Kiên Trần" userId="a7ea96e4718dd71a" providerId="Windows Live" clId="Web-{5CE278E6-6B5C-4D5C-BE01-C616AE34C4CB}" dt="2023-10-27T00:21:39.624" v="802"/>
          <ac:spMkLst>
            <pc:docMk/>
            <pc:sldMk cId="3702684579" sldId="303"/>
            <ac:spMk id="260" creationId="{00000000-0000-0000-0000-000000000000}"/>
          </ac:spMkLst>
        </pc:spChg>
        <pc:spChg chg="del">
          <ac:chgData name="Kiên Trần" userId="a7ea96e4718dd71a" providerId="Windows Live" clId="Web-{5CE278E6-6B5C-4D5C-BE01-C616AE34C4CB}" dt="2023-10-27T00:21:38.796" v="801"/>
          <ac:spMkLst>
            <pc:docMk/>
            <pc:sldMk cId="3702684579" sldId="303"/>
            <ac:spMk id="261" creationId="{00000000-0000-0000-0000-000000000000}"/>
          </ac:spMkLst>
        </pc:spChg>
        <pc:spChg chg="del">
          <ac:chgData name="Kiên Trần" userId="a7ea96e4718dd71a" providerId="Windows Live" clId="Web-{5CE278E6-6B5C-4D5C-BE01-C616AE34C4CB}" dt="2023-10-27T00:22:03.406" v="823"/>
          <ac:spMkLst>
            <pc:docMk/>
            <pc:sldMk cId="3702684579" sldId="303"/>
            <ac:spMk id="278" creationId="{00000000-0000-0000-0000-000000000000}"/>
          </ac:spMkLst>
        </pc:spChg>
        <pc:spChg chg="del">
          <ac:chgData name="Kiên Trần" userId="a7ea96e4718dd71a" providerId="Windows Live" clId="Web-{5CE278E6-6B5C-4D5C-BE01-C616AE34C4CB}" dt="2023-10-27T00:21:28.326" v="791"/>
          <ac:spMkLst>
            <pc:docMk/>
            <pc:sldMk cId="3702684579" sldId="303"/>
            <ac:spMk id="280" creationId="{00000000-0000-0000-0000-000000000000}"/>
          </ac:spMkLst>
        </pc:spChg>
        <pc:spChg chg="del">
          <ac:chgData name="Kiên Trần" userId="a7ea96e4718dd71a" providerId="Windows Live" clId="Web-{5CE278E6-6B5C-4D5C-BE01-C616AE34C4CB}" dt="2023-10-27T00:21:27.420" v="790"/>
          <ac:spMkLst>
            <pc:docMk/>
            <pc:sldMk cId="3702684579" sldId="303"/>
            <ac:spMk id="281" creationId="{00000000-0000-0000-0000-000000000000}"/>
          </ac:spMkLst>
        </pc:spChg>
        <pc:spChg chg="del">
          <ac:chgData name="Kiên Trần" userId="a7ea96e4718dd71a" providerId="Windows Live" clId="Web-{5CE278E6-6B5C-4D5C-BE01-C616AE34C4CB}" dt="2023-10-27T00:21:25.264" v="789"/>
          <ac:spMkLst>
            <pc:docMk/>
            <pc:sldMk cId="3702684579" sldId="303"/>
            <ac:spMk id="284" creationId="{00000000-0000-0000-0000-000000000000}"/>
          </ac:spMkLst>
        </pc:spChg>
        <pc:spChg chg="del">
          <ac:chgData name="Kiên Trần" userId="a7ea96e4718dd71a" providerId="Windows Live" clId="Web-{5CE278E6-6B5C-4D5C-BE01-C616AE34C4CB}" dt="2023-10-26T20:00:21.526" v="211"/>
          <ac:spMkLst>
            <pc:docMk/>
            <pc:sldMk cId="3702684579" sldId="303"/>
            <ac:spMk id="285" creationId="{00000000-0000-0000-0000-000000000000}"/>
          </ac:spMkLst>
        </pc:spChg>
        <pc:picChg chg="add mod">
          <ac:chgData name="Kiên Trần" userId="a7ea96e4718dd71a" providerId="Windows Live" clId="Web-{5CE278E6-6B5C-4D5C-BE01-C616AE34C4CB}" dt="2023-10-27T00:26:26.915" v="851" actId="1076"/>
          <ac:picMkLst>
            <pc:docMk/>
            <pc:sldMk cId="3702684579" sldId="303"/>
            <ac:picMk id="5" creationId="{F8B1E928-966A-F596-4CC1-D9D3B735BB0C}"/>
          </ac:picMkLst>
        </pc:picChg>
        <pc:picChg chg="add mod">
          <ac:chgData name="Kiên Trần" userId="a7ea96e4718dd71a" providerId="Windows Live" clId="Web-{5CE278E6-6B5C-4D5C-BE01-C616AE34C4CB}" dt="2023-10-27T00:27:36.168" v="864" actId="1076"/>
          <ac:picMkLst>
            <pc:docMk/>
            <pc:sldMk cId="3702684579" sldId="303"/>
            <ac:picMk id="7" creationId="{057788A7-B298-A019-1480-8B5996CC86E9}"/>
          </ac:picMkLst>
        </pc:picChg>
        <pc:picChg chg="add mod">
          <ac:chgData name="Kiên Trần" userId="a7ea96e4718dd71a" providerId="Windows Live" clId="Web-{5CE278E6-6B5C-4D5C-BE01-C616AE34C4CB}" dt="2023-10-27T00:30:50.956" v="888" actId="14100"/>
          <ac:picMkLst>
            <pc:docMk/>
            <pc:sldMk cId="3702684579" sldId="303"/>
            <ac:picMk id="9" creationId="{64834F9F-889D-8C2E-8871-77AD025493C6}"/>
          </ac:picMkLst>
        </pc:picChg>
        <pc:extLst>
          <p:ext xmlns:p="http://schemas.openxmlformats.org/presentationml/2006/main" uri="{D6D511B9-2390-475A-947B-AFAB55BFBCF1}">
            <pc226:cmChg xmlns:pc226="http://schemas.microsoft.com/office/powerpoint/2022/06/main/command" chg="add">
              <pc226:chgData name="Kiên Trần" userId="a7ea96e4718dd71a" providerId="Windows Live" clId="Web-{5CE278E6-6B5C-4D5C-BE01-C616AE34C4CB}" dt="2023-10-27T00:21:08.201" v="786"/>
              <pc2:cmMkLst xmlns:pc2="http://schemas.microsoft.com/office/powerpoint/2019/9/main/command">
                <pc:docMk/>
                <pc:sldMk cId="3702684579" sldId="303"/>
                <pc2:cmMk id="{CA2D7913-6CDD-42FD-B84D-D6C6955579B9}"/>
              </pc2:cmMkLst>
            </pc226:cmChg>
          </p:ext>
        </pc:extLst>
      </pc:sldChg>
      <pc:sldChg chg="addSp delSp modSp add replId addCm">
        <pc:chgData name="Kiên Trần" userId="a7ea96e4718dd71a" providerId="Windows Live" clId="Web-{5CE278E6-6B5C-4D5C-BE01-C616AE34C4CB}" dt="2023-10-26T23:55:08.091" v="539" actId="1076"/>
        <pc:sldMkLst>
          <pc:docMk/>
          <pc:sldMk cId="1985134927" sldId="304"/>
        </pc:sldMkLst>
        <pc:spChg chg="mod">
          <ac:chgData name="Kiên Trần" userId="a7ea96e4718dd71a" providerId="Windows Live" clId="Web-{5CE278E6-6B5C-4D5C-BE01-C616AE34C4CB}" dt="2023-10-26T23:44:46.767" v="453" actId="14100"/>
          <ac:spMkLst>
            <pc:docMk/>
            <pc:sldMk cId="1985134927" sldId="304"/>
            <ac:spMk id="2" creationId="{1AFF16A2-2E53-E3C1-1A2B-40F4E3ED4B91}"/>
          </ac:spMkLst>
        </pc:spChg>
        <pc:spChg chg="mod">
          <ac:chgData name="Kiên Trần" userId="a7ea96e4718dd71a" providerId="Windows Live" clId="Web-{5CE278E6-6B5C-4D5C-BE01-C616AE34C4CB}" dt="2023-10-26T23:46:00.493" v="471" actId="20577"/>
          <ac:spMkLst>
            <pc:docMk/>
            <pc:sldMk cId="1985134927" sldId="304"/>
            <ac:spMk id="3" creationId="{3754BBAD-06E9-41C1-736F-BC5339EA352F}"/>
          </ac:spMkLst>
        </pc:spChg>
        <pc:spChg chg="mod">
          <ac:chgData name="Kiên Trần" userId="a7ea96e4718dd71a" providerId="Windows Live" clId="Web-{5CE278E6-6B5C-4D5C-BE01-C616AE34C4CB}" dt="2023-10-26T23:48:50.983" v="521" actId="20577"/>
          <ac:spMkLst>
            <pc:docMk/>
            <pc:sldMk cId="1985134927" sldId="304"/>
            <ac:spMk id="4" creationId="{F1283C6A-8A2F-8817-22E5-A956A7F2FA5A}"/>
          </ac:spMkLst>
        </pc:spChg>
        <pc:spChg chg="add mod">
          <ac:chgData name="Kiên Trần" userId="a7ea96e4718dd71a" providerId="Windows Live" clId="Web-{5CE278E6-6B5C-4D5C-BE01-C616AE34C4CB}" dt="2023-10-26T23:47:43.090" v="508" actId="1076"/>
          <ac:spMkLst>
            <pc:docMk/>
            <pc:sldMk cId="1985134927" sldId="304"/>
            <ac:spMk id="8" creationId="{85B763B2-7FDA-18B0-357D-31AE34FEBAC6}"/>
          </ac:spMkLst>
        </pc:spChg>
        <pc:spChg chg="add mod">
          <ac:chgData name="Kiên Trần" userId="a7ea96e4718dd71a" providerId="Windows Live" clId="Web-{5CE278E6-6B5C-4D5C-BE01-C616AE34C4CB}" dt="2023-10-26T23:48:37.998" v="519" actId="1076"/>
          <ac:spMkLst>
            <pc:docMk/>
            <pc:sldMk cId="1985134927" sldId="304"/>
            <ac:spMk id="9" creationId="{E72423F8-DCD7-ADC2-4AD6-DA97F9070157}"/>
          </ac:spMkLst>
        </pc:spChg>
        <pc:spChg chg="add mod">
          <ac:chgData name="Kiên Trần" userId="a7ea96e4718dd71a" providerId="Windows Live" clId="Web-{5CE278E6-6B5C-4D5C-BE01-C616AE34C4CB}" dt="2023-10-26T23:49:10.500" v="530" actId="1076"/>
          <ac:spMkLst>
            <pc:docMk/>
            <pc:sldMk cId="1985134927" sldId="304"/>
            <ac:spMk id="10" creationId="{D68DD525-F309-C491-C9C1-CF4C849B71B3}"/>
          </ac:spMkLst>
        </pc:spChg>
        <pc:spChg chg="add mod">
          <ac:chgData name="Kiên Trần" userId="a7ea96e4718dd71a" providerId="Windows Live" clId="Web-{5CE278E6-6B5C-4D5C-BE01-C616AE34C4CB}" dt="2023-10-26T23:49:26.406" v="535" actId="1076"/>
          <ac:spMkLst>
            <pc:docMk/>
            <pc:sldMk cId="1985134927" sldId="304"/>
            <ac:spMk id="11" creationId="{A8A5F724-C52C-D2D8-CC51-8E13DD98E42F}"/>
          </ac:spMkLst>
        </pc:spChg>
        <pc:picChg chg="del">
          <ac:chgData name="Kiên Trần" userId="a7ea96e4718dd71a" providerId="Windows Live" clId="Web-{5CE278E6-6B5C-4D5C-BE01-C616AE34C4CB}" dt="2023-10-26T23:44:40.298" v="452"/>
          <ac:picMkLst>
            <pc:docMk/>
            <pc:sldMk cId="1985134927" sldId="304"/>
            <ac:picMk id="5" creationId="{CE7E965E-7425-4E37-BCDE-385D91465473}"/>
          </ac:picMkLst>
        </pc:picChg>
        <pc:picChg chg="add mod">
          <ac:chgData name="Kiên Trần" userId="a7ea96e4718dd71a" providerId="Windows Live" clId="Web-{5CE278E6-6B5C-4D5C-BE01-C616AE34C4CB}" dt="2023-10-26T23:47:01.214" v="501" actId="1076"/>
          <ac:picMkLst>
            <pc:docMk/>
            <pc:sldMk cId="1985134927" sldId="304"/>
            <ac:picMk id="6" creationId="{0FF45681-D35E-4F85-CE3F-C75890046CFD}"/>
          </ac:picMkLst>
        </pc:picChg>
        <pc:picChg chg="add mod">
          <ac:chgData name="Kiên Trần" userId="a7ea96e4718dd71a" providerId="Windows Live" clId="Web-{5CE278E6-6B5C-4D5C-BE01-C616AE34C4CB}" dt="2023-10-26T23:48:02.794" v="509" actId="1076"/>
          <ac:picMkLst>
            <pc:docMk/>
            <pc:sldMk cId="1985134927" sldId="304"/>
            <ac:picMk id="7" creationId="{6757FBD4-66FE-B40C-AE91-684031293F7D}"/>
          </ac:picMkLst>
        </pc:picChg>
        <pc:picChg chg="add mod">
          <ac:chgData name="Kiên Trần" userId="a7ea96e4718dd71a" providerId="Windows Live" clId="Web-{5CE278E6-6B5C-4D5C-BE01-C616AE34C4CB}" dt="2023-10-26T23:55:08.091" v="539" actId="1076"/>
          <ac:picMkLst>
            <pc:docMk/>
            <pc:sldMk cId="1985134927" sldId="304"/>
            <ac:picMk id="12" creationId="{37CD44A4-131F-4605-42C6-34AA28951828}"/>
          </ac:picMkLst>
        </pc:picChg>
        <pc:extLst>
          <p:ext xmlns:p="http://schemas.openxmlformats.org/presentationml/2006/main" uri="{D6D511B9-2390-475A-947B-AFAB55BFBCF1}">
            <pc226:cmChg xmlns:pc226="http://schemas.microsoft.com/office/powerpoint/2022/06/main/command" chg="add">
              <pc226:chgData name="Kiên Trần" userId="a7ea96e4718dd71a" providerId="Windows Live" clId="Web-{5CE278E6-6B5C-4D5C-BE01-C616AE34C4CB}" dt="2023-10-26T23:45:19.757" v="454"/>
              <pc2:cmMkLst xmlns:pc2="http://schemas.microsoft.com/office/powerpoint/2019/9/main/command">
                <pc:docMk/>
                <pc:sldMk cId="1985134927" sldId="304"/>
                <pc2:cmMk id="{AAAA9157-27CB-42CF-85C0-599D66F3040C}"/>
              </pc2:cmMkLst>
            </pc226:cmChg>
          </p:ext>
        </pc:extLst>
      </pc:sldChg>
      <pc:sldChg chg="addSp delSp modSp add replId">
        <pc:chgData name="Kiên Trần" userId="a7ea96e4718dd71a" providerId="Windows Live" clId="Web-{5CE278E6-6B5C-4D5C-BE01-C616AE34C4CB}" dt="2023-10-27T00:01:47.937" v="604" actId="14100"/>
        <pc:sldMkLst>
          <pc:docMk/>
          <pc:sldMk cId="4190235340" sldId="305"/>
        </pc:sldMkLst>
        <pc:spChg chg="mod">
          <ac:chgData name="Kiên Trần" userId="a7ea96e4718dd71a" providerId="Windows Live" clId="Web-{5CE278E6-6B5C-4D5C-BE01-C616AE34C4CB}" dt="2023-10-26T23:56:28.422" v="550" actId="20577"/>
          <ac:spMkLst>
            <pc:docMk/>
            <pc:sldMk cId="4190235340" sldId="305"/>
            <ac:spMk id="2" creationId="{1AFF16A2-2E53-E3C1-1A2B-40F4E3ED4B91}"/>
          </ac:spMkLst>
        </pc:spChg>
        <pc:spChg chg="mod">
          <ac:chgData name="Kiên Trần" userId="a7ea96e4718dd71a" providerId="Windows Live" clId="Web-{5CE278E6-6B5C-4D5C-BE01-C616AE34C4CB}" dt="2023-10-26T23:56:36.516" v="552" actId="20577"/>
          <ac:spMkLst>
            <pc:docMk/>
            <pc:sldMk cId="4190235340" sldId="305"/>
            <ac:spMk id="3" creationId="{3754BBAD-06E9-41C1-736F-BC5339EA352F}"/>
          </ac:spMkLst>
        </pc:spChg>
        <pc:spChg chg="mod">
          <ac:chgData name="Kiên Trần" userId="a7ea96e4718dd71a" providerId="Windows Live" clId="Web-{5CE278E6-6B5C-4D5C-BE01-C616AE34C4CB}" dt="2023-10-26T23:58:21.520" v="574" actId="20577"/>
          <ac:spMkLst>
            <pc:docMk/>
            <pc:sldMk cId="4190235340" sldId="305"/>
            <ac:spMk id="4" creationId="{F1283C6A-8A2F-8817-22E5-A956A7F2FA5A}"/>
          </ac:spMkLst>
        </pc:spChg>
        <pc:spChg chg="add del">
          <ac:chgData name="Kiên Trần" userId="a7ea96e4718dd71a" providerId="Windows Live" clId="Web-{5CE278E6-6B5C-4D5C-BE01-C616AE34C4CB}" dt="2023-10-26T23:58:01.113" v="564"/>
          <ac:spMkLst>
            <pc:docMk/>
            <pc:sldMk cId="4190235340" sldId="305"/>
            <ac:spMk id="8" creationId="{85B763B2-7FDA-18B0-357D-31AE34FEBAC6}"/>
          </ac:spMkLst>
        </pc:spChg>
        <pc:spChg chg="add del">
          <ac:chgData name="Kiên Trần" userId="a7ea96e4718dd71a" providerId="Windows Live" clId="Web-{5CE278E6-6B5C-4D5C-BE01-C616AE34C4CB}" dt="2023-10-26T23:57:53.628" v="561"/>
          <ac:spMkLst>
            <pc:docMk/>
            <pc:sldMk cId="4190235340" sldId="305"/>
            <ac:spMk id="9" creationId="{E72423F8-DCD7-ADC2-4AD6-DA97F9070157}"/>
          </ac:spMkLst>
        </pc:spChg>
        <pc:spChg chg="add del mod">
          <ac:chgData name="Kiên Trần" userId="a7ea96e4718dd71a" providerId="Windows Live" clId="Web-{5CE278E6-6B5C-4D5C-BE01-C616AE34C4CB}" dt="2023-10-26T23:58:59.912" v="600" actId="1076"/>
          <ac:spMkLst>
            <pc:docMk/>
            <pc:sldMk cId="4190235340" sldId="305"/>
            <ac:spMk id="10" creationId="{D68DD525-F309-C491-C9C1-CF4C849B71B3}"/>
          </ac:spMkLst>
        </pc:spChg>
        <pc:spChg chg="add del">
          <ac:chgData name="Kiên Trần" userId="a7ea96e4718dd71a" providerId="Windows Live" clId="Web-{5CE278E6-6B5C-4D5C-BE01-C616AE34C4CB}" dt="2023-10-26T23:58:56.412" v="599"/>
          <ac:spMkLst>
            <pc:docMk/>
            <pc:sldMk cId="4190235340" sldId="305"/>
            <ac:spMk id="11" creationId="{A8A5F724-C52C-D2D8-CC51-8E13DD98E42F}"/>
          </ac:spMkLst>
        </pc:spChg>
        <pc:picChg chg="add mod">
          <ac:chgData name="Kiên Trần" userId="a7ea96e4718dd71a" providerId="Windows Live" clId="Web-{5CE278E6-6B5C-4D5C-BE01-C616AE34C4CB}" dt="2023-10-26T23:58:25.145" v="577" actId="1076"/>
          <ac:picMkLst>
            <pc:docMk/>
            <pc:sldMk cId="4190235340" sldId="305"/>
            <ac:picMk id="5" creationId="{1247670E-7BB4-006E-2CC8-FA480309DF51}"/>
          </ac:picMkLst>
        </pc:picChg>
        <pc:picChg chg="add del">
          <ac:chgData name="Kiên Trần" userId="a7ea96e4718dd71a" providerId="Windows Live" clId="Web-{5CE278E6-6B5C-4D5C-BE01-C616AE34C4CB}" dt="2023-10-26T23:58:22.332" v="575"/>
          <ac:picMkLst>
            <pc:docMk/>
            <pc:sldMk cId="4190235340" sldId="305"/>
            <ac:picMk id="6" creationId="{0FF45681-D35E-4F85-CE3F-C75890046CFD}"/>
          </ac:picMkLst>
        </pc:picChg>
        <pc:picChg chg="add del">
          <ac:chgData name="Kiên Trần" userId="a7ea96e4718dd71a" providerId="Windows Live" clId="Web-{5CE278E6-6B5C-4D5C-BE01-C616AE34C4CB}" dt="2023-10-26T23:58:37.817" v="578"/>
          <ac:picMkLst>
            <pc:docMk/>
            <pc:sldMk cId="4190235340" sldId="305"/>
            <ac:picMk id="7" creationId="{6757FBD4-66FE-B40C-AE91-684031293F7D}"/>
          </ac:picMkLst>
        </pc:picChg>
        <pc:picChg chg="del">
          <ac:chgData name="Kiên Trần" userId="a7ea96e4718dd71a" providerId="Windows Live" clId="Web-{5CE278E6-6B5C-4D5C-BE01-C616AE34C4CB}" dt="2023-10-26T23:56:41.704" v="553"/>
          <ac:picMkLst>
            <pc:docMk/>
            <pc:sldMk cId="4190235340" sldId="305"/>
            <ac:picMk id="12" creationId="{37CD44A4-131F-4605-42C6-34AA28951828}"/>
          </ac:picMkLst>
        </pc:picChg>
        <pc:picChg chg="add mod">
          <ac:chgData name="Kiên Trần" userId="a7ea96e4718dd71a" providerId="Windows Live" clId="Web-{5CE278E6-6B5C-4D5C-BE01-C616AE34C4CB}" dt="2023-10-26T23:58:41.364" v="580" actId="1076"/>
          <ac:picMkLst>
            <pc:docMk/>
            <pc:sldMk cId="4190235340" sldId="305"/>
            <ac:picMk id="13" creationId="{E791BF5D-3C05-1760-7307-D68EC1654E25}"/>
          </ac:picMkLst>
        </pc:picChg>
        <pc:picChg chg="add mod">
          <ac:chgData name="Kiên Trần" userId="a7ea96e4718dd71a" providerId="Windows Live" clId="Web-{5CE278E6-6B5C-4D5C-BE01-C616AE34C4CB}" dt="2023-10-27T00:01:47.937" v="604" actId="14100"/>
          <ac:picMkLst>
            <pc:docMk/>
            <pc:sldMk cId="4190235340" sldId="305"/>
            <ac:picMk id="14" creationId="{DA720DE2-ED02-5338-0675-74BF5F993FB8}"/>
          </ac:picMkLst>
        </pc:picChg>
      </pc:sldChg>
      <pc:sldChg chg="addSp delSp modSp add replId addCm">
        <pc:chgData name="Kiên Trần" userId="a7ea96e4718dd71a" providerId="Windows Live" clId="Web-{5CE278E6-6B5C-4D5C-BE01-C616AE34C4CB}" dt="2023-10-27T00:06:24.372" v="683"/>
        <pc:sldMkLst>
          <pc:docMk/>
          <pc:sldMk cId="1974787192" sldId="306"/>
        </pc:sldMkLst>
        <pc:spChg chg="mod">
          <ac:chgData name="Kiên Trần" userId="a7ea96e4718dd71a" providerId="Windows Live" clId="Web-{5CE278E6-6B5C-4D5C-BE01-C616AE34C4CB}" dt="2023-10-27T00:03:10.565" v="607" actId="20577"/>
          <ac:spMkLst>
            <pc:docMk/>
            <pc:sldMk cId="1974787192" sldId="306"/>
            <ac:spMk id="3" creationId="{3754BBAD-06E9-41C1-736F-BC5339EA352F}"/>
          </ac:spMkLst>
        </pc:spChg>
        <pc:spChg chg="del">
          <ac:chgData name="Kiên Trần" userId="a7ea96e4718dd71a" providerId="Windows Live" clId="Web-{5CE278E6-6B5C-4D5C-BE01-C616AE34C4CB}" dt="2023-10-27T00:03:32.628" v="612"/>
          <ac:spMkLst>
            <pc:docMk/>
            <pc:sldMk cId="1974787192" sldId="306"/>
            <ac:spMk id="4" creationId="{F1283C6A-8A2F-8817-22E5-A956A7F2FA5A}"/>
          </ac:spMkLst>
        </pc:spChg>
        <pc:spChg chg="add mod">
          <ac:chgData name="Kiên Trần" userId="a7ea96e4718dd71a" providerId="Windows Live" clId="Web-{5CE278E6-6B5C-4D5C-BE01-C616AE34C4CB}" dt="2023-10-27T00:05:12.522" v="678" actId="1076"/>
          <ac:spMkLst>
            <pc:docMk/>
            <pc:sldMk cId="1974787192" sldId="306"/>
            <ac:spMk id="7" creationId="{C9FFB88C-6B63-4D3B-8435-0908141F58CF}"/>
          </ac:spMkLst>
        </pc:spChg>
        <pc:spChg chg="del">
          <ac:chgData name="Kiên Trần" userId="a7ea96e4718dd71a" providerId="Windows Live" clId="Web-{5CE278E6-6B5C-4D5C-BE01-C616AE34C4CB}" dt="2023-10-27T00:03:31.331" v="611"/>
          <ac:spMkLst>
            <pc:docMk/>
            <pc:sldMk cId="1974787192" sldId="306"/>
            <ac:spMk id="8" creationId="{85B763B2-7FDA-18B0-357D-31AE34FEBAC6}"/>
          </ac:spMkLst>
        </pc:spChg>
        <pc:spChg chg="del">
          <ac:chgData name="Kiên Trần" userId="a7ea96e4718dd71a" providerId="Windows Live" clId="Web-{5CE278E6-6B5C-4D5C-BE01-C616AE34C4CB}" dt="2023-10-27T00:03:30.253" v="610"/>
          <ac:spMkLst>
            <pc:docMk/>
            <pc:sldMk cId="1974787192" sldId="306"/>
            <ac:spMk id="9" creationId="{E72423F8-DCD7-ADC2-4AD6-DA97F9070157}"/>
          </ac:spMkLst>
        </pc:spChg>
        <pc:spChg chg="del">
          <ac:chgData name="Kiên Trần" userId="a7ea96e4718dd71a" providerId="Windows Live" clId="Web-{5CE278E6-6B5C-4D5C-BE01-C616AE34C4CB}" dt="2023-10-27T00:03:35.753" v="614"/>
          <ac:spMkLst>
            <pc:docMk/>
            <pc:sldMk cId="1974787192" sldId="306"/>
            <ac:spMk id="10" creationId="{D68DD525-F309-C491-C9C1-CF4C849B71B3}"/>
          </ac:spMkLst>
        </pc:spChg>
        <pc:picChg chg="del">
          <ac:chgData name="Kiên Trần" userId="a7ea96e4718dd71a" providerId="Windows Live" clId="Web-{5CE278E6-6B5C-4D5C-BE01-C616AE34C4CB}" dt="2023-10-27T00:03:33.894" v="613"/>
          <ac:picMkLst>
            <pc:docMk/>
            <pc:sldMk cId="1974787192" sldId="306"/>
            <ac:picMk id="5" creationId="{1247670E-7BB4-006E-2CC8-FA480309DF51}"/>
          </ac:picMkLst>
        </pc:picChg>
        <pc:picChg chg="add mod">
          <ac:chgData name="Kiên Trần" userId="a7ea96e4718dd71a" providerId="Windows Live" clId="Web-{5CE278E6-6B5C-4D5C-BE01-C616AE34C4CB}" dt="2023-10-27T00:03:44.300" v="620" actId="1076"/>
          <ac:picMkLst>
            <pc:docMk/>
            <pc:sldMk cId="1974787192" sldId="306"/>
            <ac:picMk id="6" creationId="{4F0F7231-8A51-260F-97B3-D12B9656C2DC}"/>
          </ac:picMkLst>
        </pc:picChg>
        <pc:picChg chg="add mod">
          <ac:chgData name="Kiên Trần" userId="a7ea96e4718dd71a" providerId="Windows Live" clId="Web-{5CE278E6-6B5C-4D5C-BE01-C616AE34C4CB}" dt="2023-10-27T00:05:28.679" v="682" actId="1076"/>
          <ac:picMkLst>
            <pc:docMk/>
            <pc:sldMk cId="1974787192" sldId="306"/>
            <ac:picMk id="11" creationId="{7ADA24DB-F501-5214-F201-8EAFB2475AE3}"/>
          </ac:picMkLst>
        </pc:picChg>
        <pc:picChg chg="del">
          <ac:chgData name="Kiên Trần" userId="a7ea96e4718dd71a" providerId="Windows Live" clId="Web-{5CE278E6-6B5C-4D5C-BE01-C616AE34C4CB}" dt="2023-10-27T00:03:28.190" v="609"/>
          <ac:picMkLst>
            <pc:docMk/>
            <pc:sldMk cId="1974787192" sldId="306"/>
            <ac:picMk id="13" creationId="{E791BF5D-3C05-1760-7307-D68EC1654E25}"/>
          </ac:picMkLst>
        </pc:picChg>
        <pc:picChg chg="del">
          <ac:chgData name="Kiên Trần" userId="a7ea96e4718dd71a" providerId="Windows Live" clId="Web-{5CE278E6-6B5C-4D5C-BE01-C616AE34C4CB}" dt="2023-10-27T00:03:26.128" v="608"/>
          <ac:picMkLst>
            <pc:docMk/>
            <pc:sldMk cId="1974787192" sldId="306"/>
            <ac:picMk id="14" creationId="{DA720DE2-ED02-5338-0675-74BF5F993FB8}"/>
          </ac:picMkLst>
        </pc:picChg>
        <pc:extLst>
          <p:ext xmlns:p="http://schemas.openxmlformats.org/presentationml/2006/main" uri="{D6D511B9-2390-475A-947B-AFAB55BFBCF1}">
            <pc226:cmChg xmlns:pc226="http://schemas.microsoft.com/office/powerpoint/2022/06/main/command" chg="add">
              <pc226:chgData name="Kiên Trần" userId="a7ea96e4718dd71a" providerId="Windows Live" clId="Web-{5CE278E6-6B5C-4D5C-BE01-C616AE34C4CB}" dt="2023-10-27T00:06:24.372" v="683"/>
              <pc2:cmMkLst xmlns:pc2="http://schemas.microsoft.com/office/powerpoint/2019/9/main/command">
                <pc:docMk/>
                <pc:sldMk cId="1974787192" sldId="306"/>
                <pc2:cmMk id="{9369274E-97AB-4219-85CD-4D273AA20FE8}"/>
              </pc2:cmMkLst>
            </pc226:cmChg>
          </p:ext>
        </pc:extLst>
      </pc:sldChg>
      <pc:sldChg chg="addSp delSp modSp add replId">
        <pc:chgData name="Kiên Trần" userId="a7ea96e4718dd71a" providerId="Windows Live" clId="Web-{5CE278E6-6B5C-4D5C-BE01-C616AE34C4CB}" dt="2023-10-27T00:17:40.303" v="785" actId="14100"/>
        <pc:sldMkLst>
          <pc:docMk/>
          <pc:sldMk cId="2651658023" sldId="307"/>
        </pc:sldMkLst>
        <pc:spChg chg="mod">
          <ac:chgData name="Kiên Trần" userId="a7ea96e4718dd71a" providerId="Windows Live" clId="Web-{5CE278E6-6B5C-4D5C-BE01-C616AE34C4CB}" dt="2023-10-27T00:12:35.588" v="750" actId="20577"/>
          <ac:spMkLst>
            <pc:docMk/>
            <pc:sldMk cId="2651658023" sldId="307"/>
            <ac:spMk id="2" creationId="{44ABC208-9220-74AB-D276-4EA8FAB50BD5}"/>
          </ac:spMkLst>
        </pc:spChg>
        <pc:spChg chg="del">
          <ac:chgData name="Kiên Trần" userId="a7ea96e4718dd71a" providerId="Windows Live" clId="Web-{5CE278E6-6B5C-4D5C-BE01-C616AE34C4CB}" dt="2023-10-27T00:13:51.607" v="753"/>
          <ac:spMkLst>
            <pc:docMk/>
            <pc:sldMk cId="2651658023" sldId="307"/>
            <ac:spMk id="4" creationId="{812B9378-8480-298E-2F85-B282B4A52A87}"/>
          </ac:spMkLst>
        </pc:spChg>
        <pc:spChg chg="add mod">
          <ac:chgData name="Kiên Trần" userId="a7ea96e4718dd71a" providerId="Windows Live" clId="Web-{5CE278E6-6B5C-4D5C-BE01-C616AE34C4CB}" dt="2023-10-27T00:17:34.943" v="783" actId="20577"/>
          <ac:spMkLst>
            <pc:docMk/>
            <pc:sldMk cId="2651658023" sldId="307"/>
            <ac:spMk id="5" creationId="{06AE078C-7FCD-8797-98F0-98B1AE52BC89}"/>
          </ac:spMkLst>
        </pc:spChg>
        <pc:spChg chg="add mod">
          <ac:chgData name="Kiên Trần" userId="a7ea96e4718dd71a" providerId="Windows Live" clId="Web-{5CE278E6-6B5C-4D5C-BE01-C616AE34C4CB}" dt="2023-10-27T00:15:31.360" v="770" actId="1076"/>
          <ac:spMkLst>
            <pc:docMk/>
            <pc:sldMk cId="2651658023" sldId="307"/>
            <ac:spMk id="7" creationId="{1C7D68CD-125A-558C-18D3-8FF4B5D66F41}"/>
          </ac:spMkLst>
        </pc:spChg>
        <pc:picChg chg="del mod">
          <ac:chgData name="Kiên Trần" userId="a7ea96e4718dd71a" providerId="Windows Live" clId="Web-{5CE278E6-6B5C-4D5C-BE01-C616AE34C4CB}" dt="2023-10-27T00:13:50.075" v="752"/>
          <ac:picMkLst>
            <pc:docMk/>
            <pc:sldMk cId="2651658023" sldId="307"/>
            <ac:picMk id="3" creationId="{99C5272E-6E03-5A24-1C65-D671C2F74FBB}"/>
          </ac:picMkLst>
        </pc:picChg>
        <pc:picChg chg="add mod">
          <ac:chgData name="Kiên Trần" userId="a7ea96e4718dd71a" providerId="Windows Live" clId="Web-{5CE278E6-6B5C-4D5C-BE01-C616AE34C4CB}" dt="2023-10-27T00:15:57.174" v="777" actId="1076"/>
          <ac:picMkLst>
            <pc:docMk/>
            <pc:sldMk cId="2651658023" sldId="307"/>
            <ac:picMk id="6" creationId="{0AFE5726-1FCE-5C54-D4F0-1028F88329EA}"/>
          </ac:picMkLst>
        </pc:picChg>
        <pc:picChg chg="add mod">
          <ac:chgData name="Kiên Trần" userId="a7ea96e4718dd71a" providerId="Windows Live" clId="Web-{5CE278E6-6B5C-4D5C-BE01-C616AE34C4CB}" dt="2023-10-27T00:17:40.303" v="785" actId="14100"/>
          <ac:picMkLst>
            <pc:docMk/>
            <pc:sldMk cId="2651658023" sldId="307"/>
            <ac:picMk id="8" creationId="{93A7481E-C97B-0DB3-D909-E71C92803E31}"/>
          </ac:picMkLst>
        </pc:picChg>
      </pc:sldChg>
      <pc:sldChg chg="addSp delSp modSp add replId addCm">
        <pc:chgData name="Kiên Trần" userId="a7ea96e4718dd71a" providerId="Windows Live" clId="Web-{5CE278E6-6B5C-4D5C-BE01-C616AE34C4CB}" dt="2023-10-27T00:41:28.120" v="944" actId="1076"/>
        <pc:sldMkLst>
          <pc:docMk/>
          <pc:sldMk cId="2489549775" sldId="308"/>
        </pc:sldMkLst>
        <pc:spChg chg="del">
          <ac:chgData name="Kiên Trần" userId="a7ea96e4718dd71a" providerId="Windows Live" clId="Web-{5CE278E6-6B5C-4D5C-BE01-C616AE34C4CB}" dt="2023-10-27T00:34:18.901" v="897"/>
          <ac:spMkLst>
            <pc:docMk/>
            <pc:sldMk cId="2489549775" sldId="308"/>
            <ac:spMk id="2" creationId="{D551457E-BC0C-4E04-F3FF-05AA147DB73F}"/>
          </ac:spMkLst>
        </pc:spChg>
        <pc:spChg chg="mod">
          <ac:chgData name="Kiên Trần" userId="a7ea96e4718dd71a" providerId="Windows Live" clId="Web-{5CE278E6-6B5C-4D5C-BE01-C616AE34C4CB}" dt="2023-10-27T00:31:38.192" v="893" actId="14100"/>
          <ac:spMkLst>
            <pc:docMk/>
            <pc:sldMk cId="2489549775" sldId="308"/>
            <ac:spMk id="3" creationId="{B11D30B0-E9CB-CD9F-E290-67CADC9E547C}"/>
          </ac:spMkLst>
        </pc:spChg>
        <pc:spChg chg="mod">
          <ac:chgData name="Kiên Trần" userId="a7ea96e4718dd71a" providerId="Windows Live" clId="Web-{5CE278E6-6B5C-4D5C-BE01-C616AE34C4CB}" dt="2023-10-27T00:36:26.687" v="912" actId="20577"/>
          <ac:spMkLst>
            <pc:docMk/>
            <pc:sldMk cId="2489549775" sldId="308"/>
            <ac:spMk id="4" creationId="{9BFF85B1-28D1-1366-4377-914A7D9FA1DA}"/>
          </ac:spMkLst>
        </pc:spChg>
        <pc:spChg chg="del">
          <ac:chgData name="Kiên Trần" userId="a7ea96e4718dd71a" providerId="Windows Live" clId="Web-{5CE278E6-6B5C-4D5C-BE01-C616AE34C4CB}" dt="2023-10-27T00:34:20.698" v="898"/>
          <ac:spMkLst>
            <pc:docMk/>
            <pc:sldMk cId="2489549775" sldId="308"/>
            <ac:spMk id="6" creationId="{F8B970A3-CDA9-421C-DA01-AFFF5C451A24}"/>
          </ac:spMkLst>
        </pc:spChg>
        <pc:spChg chg="del">
          <ac:chgData name="Kiên Trần" userId="a7ea96e4718dd71a" providerId="Windows Live" clId="Web-{5CE278E6-6B5C-4D5C-BE01-C616AE34C4CB}" dt="2023-10-27T00:34:25.214" v="901"/>
          <ac:spMkLst>
            <pc:docMk/>
            <pc:sldMk cId="2489549775" sldId="308"/>
            <ac:spMk id="8" creationId="{B286DB27-F40C-0131-3B0D-54F0CCB15733}"/>
          </ac:spMkLst>
        </pc:spChg>
        <pc:spChg chg="add mod">
          <ac:chgData name="Kiên Trần" userId="a7ea96e4718dd71a" providerId="Windows Live" clId="Web-{5CE278E6-6B5C-4D5C-BE01-C616AE34C4CB}" dt="2023-10-27T00:38:06.253" v="931" actId="14100"/>
          <ac:spMkLst>
            <pc:docMk/>
            <pc:sldMk cId="2489549775" sldId="308"/>
            <ac:spMk id="10" creationId="{26B958F6-F2D9-B958-C9D7-00C6A3EBCD29}"/>
          </ac:spMkLst>
        </pc:spChg>
        <pc:spChg chg="mod">
          <ac:chgData name="Kiên Trần" userId="a7ea96e4718dd71a" providerId="Windows Live" clId="Web-{5CE278E6-6B5C-4D5C-BE01-C616AE34C4CB}" dt="2023-10-27T00:31:43.646" v="895" actId="1076"/>
          <ac:spMkLst>
            <pc:docMk/>
            <pc:sldMk cId="2489549775" sldId="308"/>
            <ac:spMk id="205" creationId="{00000000-0000-0000-0000-000000000000}"/>
          </ac:spMkLst>
        </pc:spChg>
        <pc:picChg chg="del">
          <ac:chgData name="Kiên Trần" userId="a7ea96e4718dd71a" providerId="Windows Live" clId="Web-{5CE278E6-6B5C-4D5C-BE01-C616AE34C4CB}" dt="2023-10-27T00:34:21.932" v="899"/>
          <ac:picMkLst>
            <pc:docMk/>
            <pc:sldMk cId="2489549775" sldId="308"/>
            <ac:picMk id="5" creationId="{F8B1E928-966A-F596-4CC1-D9D3B735BB0C}"/>
          </ac:picMkLst>
        </pc:picChg>
        <pc:picChg chg="del">
          <ac:chgData name="Kiên Trần" userId="a7ea96e4718dd71a" providerId="Windows Live" clId="Web-{5CE278E6-6B5C-4D5C-BE01-C616AE34C4CB}" dt="2023-10-27T00:34:23.276" v="900"/>
          <ac:picMkLst>
            <pc:docMk/>
            <pc:sldMk cId="2489549775" sldId="308"/>
            <ac:picMk id="7" creationId="{057788A7-B298-A019-1480-8B5996CC86E9}"/>
          </ac:picMkLst>
        </pc:picChg>
        <pc:picChg chg="del">
          <ac:chgData name="Kiên Trần" userId="a7ea96e4718dd71a" providerId="Windows Live" clId="Web-{5CE278E6-6B5C-4D5C-BE01-C616AE34C4CB}" dt="2023-10-27T00:34:25.995" v="902"/>
          <ac:picMkLst>
            <pc:docMk/>
            <pc:sldMk cId="2489549775" sldId="308"/>
            <ac:picMk id="9" creationId="{64834F9F-889D-8C2E-8871-77AD025493C6}"/>
          </ac:picMkLst>
        </pc:picChg>
        <pc:picChg chg="add mod">
          <ac:chgData name="Kiên Trần" userId="a7ea96e4718dd71a" providerId="Windows Live" clId="Web-{5CE278E6-6B5C-4D5C-BE01-C616AE34C4CB}" dt="2023-10-27T00:39:08.130" v="933" actId="1076"/>
          <ac:picMkLst>
            <pc:docMk/>
            <pc:sldMk cId="2489549775" sldId="308"/>
            <ac:picMk id="11" creationId="{D2EBFB42-BF8C-37D9-C3FE-D046FB151AE5}"/>
          </ac:picMkLst>
        </pc:picChg>
        <pc:picChg chg="add mod">
          <ac:chgData name="Kiên Trần" userId="a7ea96e4718dd71a" providerId="Windows Live" clId="Web-{5CE278E6-6B5C-4D5C-BE01-C616AE34C4CB}" dt="2023-10-27T00:41:11.619" v="940" actId="1076"/>
          <ac:picMkLst>
            <pc:docMk/>
            <pc:sldMk cId="2489549775" sldId="308"/>
            <ac:picMk id="12" creationId="{AFF90410-EC6D-670A-2B83-5CD249B722A4}"/>
          </ac:picMkLst>
        </pc:picChg>
        <pc:picChg chg="add mod">
          <ac:chgData name="Kiên Trần" userId="a7ea96e4718dd71a" providerId="Windows Live" clId="Web-{5CE278E6-6B5C-4D5C-BE01-C616AE34C4CB}" dt="2023-10-27T00:41:28.120" v="944" actId="1076"/>
          <ac:picMkLst>
            <pc:docMk/>
            <pc:sldMk cId="2489549775" sldId="308"/>
            <ac:picMk id="13" creationId="{26455A13-4D28-1754-3DB9-0B7F3588409A}"/>
          </ac:picMkLst>
        </pc:picChg>
        <pc:extLst>
          <p:ext xmlns:p="http://schemas.openxmlformats.org/presentationml/2006/main" uri="{D6D511B9-2390-475A-947B-AFAB55BFBCF1}">
            <pc226:cmChg xmlns:pc226="http://schemas.microsoft.com/office/powerpoint/2022/06/main/command" chg="add">
              <pc226:chgData name="Kiên Trần" userId="a7ea96e4718dd71a" providerId="Windows Live" clId="Web-{5CE278E6-6B5C-4D5C-BE01-C616AE34C4CB}" dt="2023-10-27T00:32:51.679" v="896"/>
              <pc2:cmMkLst xmlns:pc2="http://schemas.microsoft.com/office/powerpoint/2019/9/main/command">
                <pc:docMk/>
                <pc:sldMk cId="2489549775" sldId="308"/>
                <pc2:cmMk id="{E423640D-AC7F-41A7-A3A4-821D0176E2F5}"/>
              </pc2:cmMkLst>
            </pc226:cmChg>
          </p:ext>
        </pc:extLst>
      </pc:sldChg>
      <pc:sldChg chg="addSp delSp modSp add replId">
        <pc:chgData name="Kiên Trần" userId="a7ea96e4718dd71a" providerId="Windows Live" clId="Web-{5CE278E6-6B5C-4D5C-BE01-C616AE34C4CB}" dt="2023-10-27T00:44:55.268" v="987" actId="14100"/>
        <pc:sldMkLst>
          <pc:docMk/>
          <pc:sldMk cId="2591894767" sldId="309"/>
        </pc:sldMkLst>
        <pc:spChg chg="mod">
          <ac:chgData name="Kiên Trần" userId="a7ea96e4718dd71a" providerId="Windows Live" clId="Web-{5CE278E6-6B5C-4D5C-BE01-C616AE34C4CB}" dt="2023-10-27T00:43:33.484" v="958" actId="20577"/>
          <ac:spMkLst>
            <pc:docMk/>
            <pc:sldMk cId="2591894767" sldId="309"/>
            <ac:spMk id="4" creationId="{9BFF85B1-28D1-1366-4377-914A7D9FA1DA}"/>
          </ac:spMkLst>
        </pc:spChg>
        <pc:spChg chg="mod">
          <ac:chgData name="Kiên Trần" userId="a7ea96e4718dd71a" providerId="Windows Live" clId="Web-{5CE278E6-6B5C-4D5C-BE01-C616AE34C4CB}" dt="2023-10-27T00:43:53.859" v="974" actId="14100"/>
          <ac:spMkLst>
            <pc:docMk/>
            <pc:sldMk cId="2591894767" sldId="309"/>
            <ac:spMk id="10" creationId="{26B958F6-F2D9-B958-C9D7-00C6A3EBCD29}"/>
          </ac:spMkLst>
        </pc:spChg>
        <pc:picChg chg="add mod">
          <ac:chgData name="Kiên Trần" userId="a7ea96e4718dd71a" providerId="Windows Live" clId="Web-{5CE278E6-6B5C-4D5C-BE01-C616AE34C4CB}" dt="2023-10-27T00:44:04.672" v="977" actId="1076"/>
          <ac:picMkLst>
            <pc:docMk/>
            <pc:sldMk cId="2591894767" sldId="309"/>
            <ac:picMk id="2" creationId="{A664F8FD-33D7-0378-AF73-C8636D990F67}"/>
          </ac:picMkLst>
        </pc:picChg>
        <pc:picChg chg="add mod">
          <ac:chgData name="Kiên Trần" userId="a7ea96e4718dd71a" providerId="Windows Live" clId="Web-{5CE278E6-6B5C-4D5C-BE01-C616AE34C4CB}" dt="2023-10-27T00:44:35.283" v="982" actId="1076"/>
          <ac:picMkLst>
            <pc:docMk/>
            <pc:sldMk cId="2591894767" sldId="309"/>
            <ac:picMk id="5" creationId="{9055153E-851B-1E7C-A268-247C02F1C2A6}"/>
          </ac:picMkLst>
        </pc:picChg>
        <pc:picChg chg="add mod">
          <ac:chgData name="Kiên Trần" userId="a7ea96e4718dd71a" providerId="Windows Live" clId="Web-{5CE278E6-6B5C-4D5C-BE01-C616AE34C4CB}" dt="2023-10-27T00:44:55.268" v="987" actId="14100"/>
          <ac:picMkLst>
            <pc:docMk/>
            <pc:sldMk cId="2591894767" sldId="309"/>
            <ac:picMk id="6" creationId="{0F5DCE65-9F7E-C87E-3F4D-19347E19F9FC}"/>
          </ac:picMkLst>
        </pc:picChg>
        <pc:picChg chg="del">
          <ac:chgData name="Kiên Trần" userId="a7ea96e4718dd71a" providerId="Windows Live" clId="Web-{5CE278E6-6B5C-4D5C-BE01-C616AE34C4CB}" dt="2023-10-27T00:44:01.766" v="975"/>
          <ac:picMkLst>
            <pc:docMk/>
            <pc:sldMk cId="2591894767" sldId="309"/>
            <ac:picMk id="11" creationId="{D2EBFB42-BF8C-37D9-C3FE-D046FB151AE5}"/>
          </ac:picMkLst>
        </pc:picChg>
        <pc:picChg chg="del">
          <ac:chgData name="Kiên Trần" userId="a7ea96e4718dd71a" providerId="Windows Live" clId="Web-{5CE278E6-6B5C-4D5C-BE01-C616AE34C4CB}" dt="2023-10-27T00:44:36.330" v="983"/>
          <ac:picMkLst>
            <pc:docMk/>
            <pc:sldMk cId="2591894767" sldId="309"/>
            <ac:picMk id="12" creationId="{AFF90410-EC6D-670A-2B83-5CD249B722A4}"/>
          </ac:picMkLst>
        </pc:picChg>
        <pc:picChg chg="del">
          <ac:chgData name="Kiên Trần" userId="a7ea96e4718dd71a" providerId="Windows Live" clId="Web-{5CE278E6-6B5C-4D5C-BE01-C616AE34C4CB}" dt="2023-10-27T00:44:30.251" v="978"/>
          <ac:picMkLst>
            <pc:docMk/>
            <pc:sldMk cId="2591894767" sldId="309"/>
            <ac:picMk id="13" creationId="{26455A13-4D28-1754-3DB9-0B7F3588409A}"/>
          </ac:picMkLst>
        </pc:picChg>
      </pc:sldChg>
      <pc:sldChg chg="addSp delSp modSp add replId">
        <pc:chgData name="Kiên Trần" userId="a7ea96e4718dd71a" providerId="Windows Live" clId="Web-{5CE278E6-6B5C-4D5C-BE01-C616AE34C4CB}" dt="2023-10-27T00:50:34.999" v="1069" actId="20577"/>
        <pc:sldMkLst>
          <pc:docMk/>
          <pc:sldMk cId="719575454" sldId="310"/>
        </pc:sldMkLst>
        <pc:spChg chg="mod">
          <ac:chgData name="Kiên Trần" userId="a7ea96e4718dd71a" providerId="Windows Live" clId="Web-{5CE278E6-6B5C-4D5C-BE01-C616AE34C4CB}" dt="2023-10-27T00:50:34.999" v="1069" actId="20577"/>
          <ac:spMkLst>
            <pc:docMk/>
            <pc:sldMk cId="719575454" sldId="310"/>
            <ac:spMk id="4" creationId="{9BFF85B1-28D1-1366-4377-914A7D9FA1DA}"/>
          </ac:spMkLst>
        </pc:spChg>
        <pc:spChg chg="add mod">
          <ac:chgData name="Kiên Trần" userId="a7ea96e4718dd71a" providerId="Windows Live" clId="Web-{5CE278E6-6B5C-4D5C-BE01-C616AE34C4CB}" dt="2023-10-27T00:49:16.418" v="1055" actId="14100"/>
          <ac:spMkLst>
            <pc:docMk/>
            <pc:sldMk cId="719575454" sldId="310"/>
            <ac:spMk id="8" creationId="{DEC6B98A-4966-AE88-D9A7-078C0BE5C9A1}"/>
          </ac:spMkLst>
        </pc:spChg>
        <pc:spChg chg="mod">
          <ac:chgData name="Kiên Trần" userId="a7ea96e4718dd71a" providerId="Windows Live" clId="Web-{5CE278E6-6B5C-4D5C-BE01-C616AE34C4CB}" dt="2023-10-27T00:47:52.337" v="1009" actId="20577"/>
          <ac:spMkLst>
            <pc:docMk/>
            <pc:sldMk cId="719575454" sldId="310"/>
            <ac:spMk id="10" creationId="{26B958F6-F2D9-B958-C9D7-00C6A3EBCD29}"/>
          </ac:spMkLst>
        </pc:spChg>
        <pc:picChg chg="del">
          <ac:chgData name="Kiên Trần" userId="a7ea96e4718dd71a" providerId="Windows Live" clId="Web-{5CE278E6-6B5C-4D5C-BE01-C616AE34C4CB}" dt="2023-10-27T00:46:30.115" v="1000"/>
          <ac:picMkLst>
            <pc:docMk/>
            <pc:sldMk cId="719575454" sldId="310"/>
            <ac:picMk id="2" creationId="{A664F8FD-33D7-0378-AF73-C8636D990F67}"/>
          </ac:picMkLst>
        </pc:picChg>
        <pc:picChg chg="del">
          <ac:chgData name="Kiên Trần" userId="a7ea96e4718dd71a" providerId="Windows Live" clId="Web-{5CE278E6-6B5C-4D5C-BE01-C616AE34C4CB}" dt="2023-10-27T00:49:56.950" v="1056"/>
          <ac:picMkLst>
            <pc:docMk/>
            <pc:sldMk cId="719575454" sldId="310"/>
            <ac:picMk id="5" creationId="{9055153E-851B-1E7C-A268-247C02F1C2A6}"/>
          </ac:picMkLst>
        </pc:picChg>
        <pc:picChg chg="del">
          <ac:chgData name="Kiên Trần" userId="a7ea96e4718dd71a" providerId="Windows Live" clId="Web-{5CE278E6-6B5C-4D5C-BE01-C616AE34C4CB}" dt="2023-10-27T00:50:13.498" v="1061"/>
          <ac:picMkLst>
            <pc:docMk/>
            <pc:sldMk cId="719575454" sldId="310"/>
            <ac:picMk id="6" creationId="{0F5DCE65-9F7E-C87E-3F4D-19347E19F9FC}"/>
          </ac:picMkLst>
        </pc:picChg>
        <pc:picChg chg="add mod">
          <ac:chgData name="Kiên Trần" userId="a7ea96e4718dd71a" providerId="Windows Live" clId="Web-{5CE278E6-6B5C-4D5C-BE01-C616AE34C4CB}" dt="2023-10-27T00:47:58.196" v="1013" actId="1076"/>
          <ac:picMkLst>
            <pc:docMk/>
            <pc:sldMk cId="719575454" sldId="310"/>
            <ac:picMk id="7" creationId="{811F120A-8A8C-A948-DD24-6F3E43193E6C}"/>
          </ac:picMkLst>
        </pc:picChg>
        <pc:picChg chg="add mod">
          <ac:chgData name="Kiên Trần" userId="a7ea96e4718dd71a" providerId="Windows Live" clId="Web-{5CE278E6-6B5C-4D5C-BE01-C616AE34C4CB}" dt="2023-10-27T00:50:27.827" v="1068" actId="1076"/>
          <ac:picMkLst>
            <pc:docMk/>
            <pc:sldMk cId="719575454" sldId="310"/>
            <ac:picMk id="9" creationId="{C49E0C49-6334-732E-0770-E69B0107DB31}"/>
          </ac:picMkLst>
        </pc:picChg>
        <pc:picChg chg="add mod">
          <ac:chgData name="Kiên Trần" userId="a7ea96e4718dd71a" providerId="Windows Live" clId="Web-{5CE278E6-6B5C-4D5C-BE01-C616AE34C4CB}" dt="2023-10-27T00:50:20.670" v="1066" actId="1076"/>
          <ac:picMkLst>
            <pc:docMk/>
            <pc:sldMk cId="719575454" sldId="310"/>
            <ac:picMk id="11" creationId="{D9926804-E9EB-9B8D-9ED4-BE273DA22E52}"/>
          </ac:picMkLst>
        </pc:picChg>
      </pc:sldChg>
    </pc:docChg>
  </pc:docChgLst>
  <pc:docChgLst>
    <pc:chgData name="Kiên Trần" userId="a7ea96e4718dd71a" providerId="Windows Live" clId="Web-{FC1CCC3C-A370-4111-8967-A6AC3FB4B367}"/>
    <pc:docChg chg="addSld modSld sldOrd">
      <pc:chgData name="Kiên Trần" userId="a7ea96e4718dd71a" providerId="Windows Live" clId="Web-{FC1CCC3C-A370-4111-8967-A6AC3FB4B367}" dt="2023-10-26T19:46:50.793" v="469" actId="20577"/>
      <pc:docMkLst>
        <pc:docMk/>
      </pc:docMkLst>
      <pc:sldChg chg="delSp modSp ord">
        <pc:chgData name="Kiên Trần" userId="a7ea96e4718dd71a" providerId="Windows Live" clId="Web-{FC1CCC3C-A370-4111-8967-A6AC3FB4B367}" dt="2023-10-26T18:32:34.797" v="47"/>
        <pc:sldMkLst>
          <pc:docMk/>
          <pc:sldMk cId="3994571978" sldId="289"/>
        </pc:sldMkLst>
        <pc:spChg chg="mod">
          <ac:chgData name="Kiên Trần" userId="a7ea96e4718dd71a" providerId="Windows Live" clId="Web-{FC1CCC3C-A370-4111-8967-A6AC3FB4B367}" dt="2023-10-26T18:32:22.187" v="45" actId="1076"/>
          <ac:spMkLst>
            <pc:docMk/>
            <pc:sldMk cId="3994571978" sldId="289"/>
            <ac:spMk id="3" creationId="{2CF7695C-6EF6-DFB7-7832-B3BAC080A2FF}"/>
          </ac:spMkLst>
        </pc:spChg>
        <pc:spChg chg="mod">
          <ac:chgData name="Kiên Trần" userId="a7ea96e4718dd71a" providerId="Windows Live" clId="Web-{FC1CCC3C-A370-4111-8967-A6AC3FB4B367}" dt="2023-10-26T18:22:43.788" v="20" actId="20577"/>
          <ac:spMkLst>
            <pc:docMk/>
            <pc:sldMk cId="3994571978" sldId="289"/>
            <ac:spMk id="5" creationId="{523C5A50-9515-13C2-9AE3-B9BB7956AAE1}"/>
          </ac:spMkLst>
        </pc:spChg>
        <pc:spChg chg="mod">
          <ac:chgData name="Kiên Trần" userId="a7ea96e4718dd71a" providerId="Windows Live" clId="Web-{FC1CCC3C-A370-4111-8967-A6AC3FB4B367}" dt="2023-10-26T18:22:48.007" v="21" actId="1076"/>
          <ac:spMkLst>
            <pc:docMk/>
            <pc:sldMk cId="3994571978" sldId="289"/>
            <ac:spMk id="8" creationId="{E560CB84-3486-D9C6-84FA-5E7CCADB1EE4}"/>
          </ac:spMkLst>
        </pc:spChg>
        <pc:picChg chg="mod">
          <ac:chgData name="Kiên Trần" userId="a7ea96e4718dd71a" providerId="Windows Live" clId="Web-{FC1CCC3C-A370-4111-8967-A6AC3FB4B367}" dt="2023-10-26T18:32:23.640" v="46" actId="1076"/>
          <ac:picMkLst>
            <pc:docMk/>
            <pc:sldMk cId="3994571978" sldId="289"/>
            <ac:picMk id="4" creationId="{059590BB-3A4E-E402-CC9D-CB6F30BEF546}"/>
          </ac:picMkLst>
        </pc:picChg>
        <pc:picChg chg="del">
          <ac:chgData name="Kiên Trần" userId="a7ea96e4718dd71a" providerId="Windows Live" clId="Web-{FC1CCC3C-A370-4111-8967-A6AC3FB4B367}" dt="2023-10-26T18:32:10.906" v="42"/>
          <ac:picMkLst>
            <pc:docMk/>
            <pc:sldMk cId="3994571978" sldId="289"/>
            <ac:picMk id="11" creationId="{0C749C04-C2F8-E360-DE1C-64B360807BA3}"/>
          </ac:picMkLst>
        </pc:picChg>
      </pc:sldChg>
      <pc:sldChg chg="addSp modSp">
        <pc:chgData name="Kiên Trần" userId="a7ea96e4718dd71a" providerId="Windows Live" clId="Web-{FC1CCC3C-A370-4111-8967-A6AC3FB4B367}" dt="2023-10-26T18:43:42.200" v="121" actId="1076"/>
        <pc:sldMkLst>
          <pc:docMk/>
          <pc:sldMk cId="1855815764" sldId="290"/>
        </pc:sldMkLst>
        <pc:spChg chg="add mod">
          <ac:chgData name="Kiên Trần" userId="a7ea96e4718dd71a" providerId="Windows Live" clId="Web-{FC1CCC3C-A370-4111-8967-A6AC3FB4B367}" dt="2023-10-26T18:40:50.037" v="111" actId="1076"/>
          <ac:spMkLst>
            <pc:docMk/>
            <pc:sldMk cId="1855815764" sldId="290"/>
            <ac:spMk id="2" creationId="{6FAABBFC-C43E-71FD-5BDA-44F32A2D8F2C}"/>
          </ac:spMkLst>
        </pc:spChg>
        <pc:spChg chg="mod">
          <ac:chgData name="Kiên Trần" userId="a7ea96e4718dd71a" providerId="Windows Live" clId="Web-{FC1CCC3C-A370-4111-8967-A6AC3FB4B367}" dt="2023-10-26T18:40:44.396" v="110" actId="20577"/>
          <ac:spMkLst>
            <pc:docMk/>
            <pc:sldMk cId="1855815764" sldId="290"/>
            <ac:spMk id="5" creationId="{523C5A50-9515-13C2-9AE3-B9BB7956AAE1}"/>
          </ac:spMkLst>
        </pc:spChg>
        <pc:picChg chg="add mod">
          <ac:chgData name="Kiên Trần" userId="a7ea96e4718dd71a" providerId="Windows Live" clId="Web-{FC1CCC3C-A370-4111-8967-A6AC3FB4B367}" dt="2023-10-26T18:43:42.200" v="121" actId="1076"/>
          <ac:picMkLst>
            <pc:docMk/>
            <pc:sldMk cId="1855815764" sldId="290"/>
            <ac:picMk id="3" creationId="{7446E75E-A386-B4AB-6CE6-1507E9916A1E}"/>
          </ac:picMkLst>
        </pc:picChg>
        <pc:picChg chg="add mod">
          <ac:chgData name="Kiên Trần" userId="a7ea96e4718dd71a" providerId="Windows Live" clId="Web-{FC1CCC3C-A370-4111-8967-A6AC3FB4B367}" dt="2023-10-26T18:43:38.340" v="119" actId="1076"/>
          <ac:picMkLst>
            <pc:docMk/>
            <pc:sldMk cId="1855815764" sldId="290"/>
            <ac:picMk id="4" creationId="{BE2769F7-E0BF-6C0C-60E7-F47285060E32}"/>
          </ac:picMkLst>
        </pc:picChg>
      </pc:sldChg>
      <pc:sldChg chg="addSp delSp modSp add replId">
        <pc:chgData name="Kiên Trần" userId="a7ea96e4718dd71a" providerId="Windows Live" clId="Web-{FC1CCC3C-A370-4111-8967-A6AC3FB4B367}" dt="2023-10-26T18:33:21.361" v="57" actId="1076"/>
        <pc:sldMkLst>
          <pc:docMk/>
          <pc:sldMk cId="3342981674" sldId="291"/>
        </pc:sldMkLst>
        <pc:spChg chg="del">
          <ac:chgData name="Kiên Trần" userId="a7ea96e4718dd71a" providerId="Windows Live" clId="Web-{FC1CCC3C-A370-4111-8967-A6AC3FB4B367}" dt="2023-10-26T18:20:51.580" v="4"/>
          <ac:spMkLst>
            <pc:docMk/>
            <pc:sldMk cId="3342981674" sldId="291"/>
            <ac:spMk id="3" creationId="{2CF7695C-6EF6-DFB7-7832-B3BAC080A2FF}"/>
          </ac:spMkLst>
        </pc:spChg>
        <pc:spChg chg="mod">
          <ac:chgData name="Kiên Trần" userId="a7ea96e4718dd71a" providerId="Windows Live" clId="Web-{FC1CCC3C-A370-4111-8967-A6AC3FB4B367}" dt="2023-10-26T18:27:31.908" v="41" actId="20577"/>
          <ac:spMkLst>
            <pc:docMk/>
            <pc:sldMk cId="3342981674" sldId="291"/>
            <ac:spMk id="5" creationId="{523C5A50-9515-13C2-9AE3-B9BB7956AAE1}"/>
          </ac:spMkLst>
        </pc:spChg>
        <pc:spChg chg="del mod">
          <ac:chgData name="Kiên Trần" userId="a7ea96e4718dd71a" providerId="Windows Live" clId="Web-{FC1CCC3C-A370-4111-8967-A6AC3FB4B367}" dt="2023-10-26T18:20:53.174" v="5"/>
          <ac:spMkLst>
            <pc:docMk/>
            <pc:sldMk cId="3342981674" sldId="291"/>
            <ac:spMk id="8" creationId="{E560CB84-3486-D9C6-84FA-5E7CCADB1EE4}"/>
          </ac:spMkLst>
        </pc:spChg>
        <pc:picChg chg="add mod">
          <ac:chgData name="Kiên Trần" userId="a7ea96e4718dd71a" providerId="Windows Live" clId="Web-{FC1CCC3C-A370-4111-8967-A6AC3FB4B367}" dt="2023-10-26T18:32:42.704" v="50" actId="14100"/>
          <ac:picMkLst>
            <pc:docMk/>
            <pc:sldMk cId="3342981674" sldId="291"/>
            <ac:picMk id="2" creationId="{EDBD782F-B29E-2CF5-0785-836843FB6D8E}"/>
          </ac:picMkLst>
        </pc:picChg>
        <pc:picChg chg="del">
          <ac:chgData name="Kiên Trần" userId="a7ea96e4718dd71a" providerId="Windows Live" clId="Web-{FC1CCC3C-A370-4111-8967-A6AC3FB4B367}" dt="2023-10-26T18:20:54.159" v="6"/>
          <ac:picMkLst>
            <pc:docMk/>
            <pc:sldMk cId="3342981674" sldId="291"/>
            <ac:picMk id="4" creationId="{059590BB-3A4E-E402-CC9D-CB6F30BEF546}"/>
          </ac:picMkLst>
        </pc:picChg>
        <pc:picChg chg="add mod">
          <ac:chgData name="Kiên Trần" userId="a7ea96e4718dd71a" providerId="Windows Live" clId="Web-{FC1CCC3C-A370-4111-8967-A6AC3FB4B367}" dt="2023-10-26T18:33:21.361" v="57" actId="1076"/>
          <ac:picMkLst>
            <pc:docMk/>
            <pc:sldMk cId="3342981674" sldId="291"/>
            <ac:picMk id="6" creationId="{21A69D2D-89C6-ABF2-32C8-195E010FE427}"/>
          </ac:picMkLst>
        </pc:picChg>
        <pc:picChg chg="del">
          <ac:chgData name="Kiên Trần" userId="a7ea96e4718dd71a" providerId="Windows Live" clId="Web-{FC1CCC3C-A370-4111-8967-A6AC3FB4B367}" dt="2023-10-26T18:20:51.580" v="3"/>
          <ac:picMkLst>
            <pc:docMk/>
            <pc:sldMk cId="3342981674" sldId="291"/>
            <ac:picMk id="11" creationId="{0C749C04-C2F8-E360-DE1C-64B360807BA3}"/>
          </ac:picMkLst>
        </pc:picChg>
      </pc:sldChg>
      <pc:sldChg chg="addSp delSp modSp add replId">
        <pc:chgData name="Kiên Trần" userId="a7ea96e4718dd71a" providerId="Windows Live" clId="Web-{FC1CCC3C-A370-4111-8967-A6AC3FB4B367}" dt="2023-10-26T18:48:08.101" v="166" actId="14100"/>
        <pc:sldMkLst>
          <pc:docMk/>
          <pc:sldMk cId="3740998774" sldId="292"/>
        </pc:sldMkLst>
        <pc:spChg chg="del">
          <ac:chgData name="Kiên Trần" userId="a7ea96e4718dd71a" providerId="Windows Live" clId="Web-{FC1CCC3C-A370-4111-8967-A6AC3FB4B367}" dt="2023-10-26T18:45:56.503" v="143"/>
          <ac:spMkLst>
            <pc:docMk/>
            <pc:sldMk cId="3740998774" sldId="292"/>
            <ac:spMk id="2" creationId="{6FAABBFC-C43E-71FD-5BDA-44F32A2D8F2C}"/>
          </ac:spMkLst>
        </pc:spChg>
        <pc:spChg chg="mod">
          <ac:chgData name="Kiên Trần" userId="a7ea96e4718dd71a" providerId="Windows Live" clId="Web-{FC1CCC3C-A370-4111-8967-A6AC3FB4B367}" dt="2023-10-26T18:45:11.110" v="140" actId="20577"/>
          <ac:spMkLst>
            <pc:docMk/>
            <pc:sldMk cId="3740998774" sldId="292"/>
            <ac:spMk id="5" creationId="{523C5A50-9515-13C2-9AE3-B9BB7956AAE1}"/>
          </ac:spMkLst>
        </pc:spChg>
        <pc:spChg chg="add mod">
          <ac:chgData name="Kiên Trần" userId="a7ea96e4718dd71a" providerId="Windows Live" clId="Web-{FC1CCC3C-A370-4111-8967-A6AC3FB4B367}" dt="2023-10-26T18:46:18.878" v="158" actId="1076"/>
          <ac:spMkLst>
            <pc:docMk/>
            <pc:sldMk cId="3740998774" sldId="292"/>
            <ac:spMk id="6" creationId="{870D274C-1059-FDB1-17C0-8D0801EDC357}"/>
          </ac:spMkLst>
        </pc:spChg>
        <pc:picChg chg="del">
          <ac:chgData name="Kiên Trần" userId="a7ea96e4718dd71a" providerId="Windows Live" clId="Web-{FC1CCC3C-A370-4111-8967-A6AC3FB4B367}" dt="2023-10-26T18:45:54.034" v="141"/>
          <ac:picMkLst>
            <pc:docMk/>
            <pc:sldMk cId="3740998774" sldId="292"/>
            <ac:picMk id="3" creationId="{7446E75E-A386-B4AB-6CE6-1507E9916A1E}"/>
          </ac:picMkLst>
        </pc:picChg>
        <pc:picChg chg="del">
          <ac:chgData name="Kiên Trần" userId="a7ea96e4718dd71a" providerId="Windows Live" clId="Web-{FC1CCC3C-A370-4111-8967-A6AC3FB4B367}" dt="2023-10-26T18:45:54.862" v="142"/>
          <ac:picMkLst>
            <pc:docMk/>
            <pc:sldMk cId="3740998774" sldId="292"/>
            <ac:picMk id="4" creationId="{BE2769F7-E0BF-6C0C-60E7-F47285060E32}"/>
          </ac:picMkLst>
        </pc:picChg>
        <pc:picChg chg="add mod">
          <ac:chgData name="Kiên Trần" userId="a7ea96e4718dd71a" providerId="Windows Live" clId="Web-{FC1CCC3C-A370-4111-8967-A6AC3FB4B367}" dt="2023-10-26T18:46:16.066" v="157" actId="1076"/>
          <ac:picMkLst>
            <pc:docMk/>
            <pc:sldMk cId="3740998774" sldId="292"/>
            <ac:picMk id="7" creationId="{E892B416-3CB4-0A8C-74D5-D7E584344E22}"/>
          </ac:picMkLst>
        </pc:picChg>
        <pc:picChg chg="add del mod">
          <ac:chgData name="Kiên Trần" userId="a7ea96e4718dd71a" providerId="Windows Live" clId="Web-{FC1CCC3C-A370-4111-8967-A6AC3FB4B367}" dt="2023-10-26T18:48:02.007" v="163"/>
          <ac:picMkLst>
            <pc:docMk/>
            <pc:sldMk cId="3740998774" sldId="292"/>
            <ac:picMk id="8" creationId="{6FCFF6DA-629F-90E0-CB24-545A502D40EF}"/>
          </ac:picMkLst>
        </pc:picChg>
        <pc:picChg chg="add mod">
          <ac:chgData name="Kiên Trần" userId="a7ea96e4718dd71a" providerId="Windows Live" clId="Web-{FC1CCC3C-A370-4111-8967-A6AC3FB4B367}" dt="2023-10-26T18:48:08.101" v="166" actId="14100"/>
          <ac:picMkLst>
            <pc:docMk/>
            <pc:sldMk cId="3740998774" sldId="292"/>
            <ac:picMk id="9" creationId="{DB65D48A-FDE7-C908-7C26-A68EA638AA9D}"/>
          </ac:picMkLst>
        </pc:picChg>
      </pc:sldChg>
      <pc:sldChg chg="addSp delSp modSp add replId">
        <pc:chgData name="Kiên Trần" userId="a7ea96e4718dd71a" providerId="Windows Live" clId="Web-{FC1CCC3C-A370-4111-8967-A6AC3FB4B367}" dt="2023-10-26T18:51:40.891" v="184" actId="14100"/>
        <pc:sldMkLst>
          <pc:docMk/>
          <pc:sldMk cId="371995284" sldId="293"/>
        </pc:sldMkLst>
        <pc:spChg chg="mod">
          <ac:chgData name="Kiên Trần" userId="a7ea96e4718dd71a" providerId="Windows Live" clId="Web-{FC1CCC3C-A370-4111-8967-A6AC3FB4B367}" dt="2023-10-26T18:50:52.545" v="171" actId="14100"/>
          <ac:spMkLst>
            <pc:docMk/>
            <pc:sldMk cId="371995284" sldId="293"/>
            <ac:spMk id="6" creationId="{870D274C-1059-FDB1-17C0-8D0801EDC357}"/>
          </ac:spMkLst>
        </pc:spChg>
        <pc:picChg chg="add mod">
          <ac:chgData name="Kiên Trần" userId="a7ea96e4718dd71a" providerId="Windows Live" clId="Web-{FC1CCC3C-A370-4111-8967-A6AC3FB4B367}" dt="2023-10-26T18:51:14.265" v="179" actId="1076"/>
          <ac:picMkLst>
            <pc:docMk/>
            <pc:sldMk cId="371995284" sldId="293"/>
            <ac:picMk id="2" creationId="{FC9D9A5C-1EE9-C7E9-901F-CA55A89230D1}"/>
          </ac:picMkLst>
        </pc:picChg>
        <pc:picChg chg="add mod">
          <ac:chgData name="Kiên Trần" userId="a7ea96e4718dd71a" providerId="Windows Live" clId="Web-{FC1CCC3C-A370-4111-8967-A6AC3FB4B367}" dt="2023-10-26T18:51:40.891" v="184" actId="14100"/>
          <ac:picMkLst>
            <pc:docMk/>
            <pc:sldMk cId="371995284" sldId="293"/>
            <ac:picMk id="3" creationId="{A5E43E0C-E6EE-64D1-21A3-4B9B5D459C90}"/>
          </ac:picMkLst>
        </pc:picChg>
        <pc:picChg chg="del">
          <ac:chgData name="Kiên Trần" userId="a7ea96e4718dd71a" providerId="Windows Live" clId="Web-{FC1CCC3C-A370-4111-8967-A6AC3FB4B367}" dt="2023-10-26T18:50:54.374" v="173"/>
          <ac:picMkLst>
            <pc:docMk/>
            <pc:sldMk cId="371995284" sldId="293"/>
            <ac:picMk id="7" creationId="{E892B416-3CB4-0A8C-74D5-D7E584344E22}"/>
          </ac:picMkLst>
        </pc:picChg>
        <pc:picChg chg="del">
          <ac:chgData name="Kiên Trần" userId="a7ea96e4718dd71a" providerId="Windows Live" clId="Web-{FC1CCC3C-A370-4111-8967-A6AC3FB4B367}" dt="2023-10-26T18:50:53.655" v="172"/>
          <ac:picMkLst>
            <pc:docMk/>
            <pc:sldMk cId="371995284" sldId="293"/>
            <ac:picMk id="9" creationId="{DB65D48A-FDE7-C908-7C26-A68EA638AA9D}"/>
          </ac:picMkLst>
        </pc:picChg>
      </pc:sldChg>
      <pc:sldChg chg="addSp delSp modSp add replId">
        <pc:chgData name="Kiên Trần" userId="a7ea96e4718dd71a" providerId="Windows Live" clId="Web-{FC1CCC3C-A370-4111-8967-A6AC3FB4B367}" dt="2023-10-26T18:57:59.938" v="228" actId="1076"/>
        <pc:sldMkLst>
          <pc:docMk/>
          <pc:sldMk cId="388903686" sldId="294"/>
        </pc:sldMkLst>
        <pc:spChg chg="mod">
          <ac:chgData name="Kiên Trần" userId="a7ea96e4718dd71a" providerId="Windows Live" clId="Web-{FC1CCC3C-A370-4111-8967-A6AC3FB4B367}" dt="2023-10-26T18:53:33.770" v="190" actId="20577"/>
          <ac:spMkLst>
            <pc:docMk/>
            <pc:sldMk cId="388903686" sldId="294"/>
            <ac:spMk id="5" creationId="{523C5A50-9515-13C2-9AE3-B9BB7956AAE1}"/>
          </ac:spMkLst>
        </pc:spChg>
        <pc:spChg chg="del">
          <ac:chgData name="Kiên Trần" userId="a7ea96e4718dd71a" providerId="Windows Live" clId="Web-{FC1CCC3C-A370-4111-8967-A6AC3FB4B367}" dt="2023-10-26T18:55:05.916" v="193"/>
          <ac:spMkLst>
            <pc:docMk/>
            <pc:sldMk cId="388903686" sldId="294"/>
            <ac:spMk id="6" creationId="{870D274C-1059-FDB1-17C0-8D0801EDC357}"/>
          </ac:spMkLst>
        </pc:spChg>
        <pc:spChg chg="add mod">
          <ac:chgData name="Kiên Trần" userId="a7ea96e4718dd71a" providerId="Windows Live" clId="Web-{FC1CCC3C-A370-4111-8967-A6AC3FB4B367}" dt="2023-10-26T18:56:00.590" v="219" actId="1076"/>
          <ac:spMkLst>
            <pc:docMk/>
            <pc:sldMk cId="388903686" sldId="294"/>
            <ac:spMk id="9" creationId="{855683D8-593A-D44D-8BE1-9B87FB2C324F}"/>
          </ac:spMkLst>
        </pc:spChg>
        <pc:picChg chg="del">
          <ac:chgData name="Kiên Trần" userId="a7ea96e4718dd71a" providerId="Windows Live" clId="Web-{FC1CCC3C-A370-4111-8967-A6AC3FB4B367}" dt="2023-10-26T18:55:03.931" v="191"/>
          <ac:picMkLst>
            <pc:docMk/>
            <pc:sldMk cId="388903686" sldId="294"/>
            <ac:picMk id="2" creationId="{FC9D9A5C-1EE9-C7E9-901F-CA55A89230D1}"/>
          </ac:picMkLst>
        </pc:picChg>
        <pc:picChg chg="del">
          <ac:chgData name="Kiên Trần" userId="a7ea96e4718dd71a" providerId="Windows Live" clId="Web-{FC1CCC3C-A370-4111-8967-A6AC3FB4B367}" dt="2023-10-26T18:55:04.541" v="192"/>
          <ac:picMkLst>
            <pc:docMk/>
            <pc:sldMk cId="388903686" sldId="294"/>
            <ac:picMk id="3" creationId="{A5E43E0C-E6EE-64D1-21A3-4B9B5D459C90}"/>
          </ac:picMkLst>
        </pc:picChg>
        <pc:picChg chg="add mod">
          <ac:chgData name="Kiên Trần" userId="a7ea96e4718dd71a" providerId="Windows Live" clId="Web-{FC1CCC3C-A370-4111-8967-A6AC3FB4B367}" dt="2023-10-26T18:55:09.385" v="195" actId="1076"/>
          <ac:picMkLst>
            <pc:docMk/>
            <pc:sldMk cId="388903686" sldId="294"/>
            <ac:picMk id="4" creationId="{845339C0-DE87-8489-A4B9-8ED44D4867A4}"/>
          </ac:picMkLst>
        </pc:picChg>
        <pc:picChg chg="add mod">
          <ac:chgData name="Kiên Trần" userId="a7ea96e4718dd71a" providerId="Windows Live" clId="Web-{FC1CCC3C-A370-4111-8967-A6AC3FB4B367}" dt="2023-10-26T18:56:09.231" v="221" actId="1076"/>
          <ac:picMkLst>
            <pc:docMk/>
            <pc:sldMk cId="388903686" sldId="294"/>
            <ac:picMk id="7" creationId="{2CC60BC4-9679-5A2E-2047-CE0DFFA74B79}"/>
          </ac:picMkLst>
        </pc:picChg>
        <pc:picChg chg="add mod">
          <ac:chgData name="Kiên Trần" userId="a7ea96e4718dd71a" providerId="Windows Live" clId="Web-{FC1CCC3C-A370-4111-8967-A6AC3FB4B367}" dt="2023-10-26T18:57:20.030" v="223" actId="1076"/>
          <ac:picMkLst>
            <pc:docMk/>
            <pc:sldMk cId="388903686" sldId="294"/>
            <ac:picMk id="8" creationId="{DF674916-3AB5-7F87-8996-CE4FDB5597B7}"/>
          </ac:picMkLst>
        </pc:picChg>
        <pc:picChg chg="add mod">
          <ac:chgData name="Kiên Trần" userId="a7ea96e4718dd71a" providerId="Windows Live" clId="Web-{FC1CCC3C-A370-4111-8967-A6AC3FB4B367}" dt="2023-10-26T18:57:59.938" v="228" actId="1076"/>
          <ac:picMkLst>
            <pc:docMk/>
            <pc:sldMk cId="388903686" sldId="294"/>
            <ac:picMk id="10" creationId="{B6B43631-8DB3-758E-54E2-F67A623E24AC}"/>
          </ac:picMkLst>
        </pc:picChg>
      </pc:sldChg>
      <pc:sldChg chg="addSp delSp modSp add replId">
        <pc:chgData name="Kiên Trần" userId="a7ea96e4718dd71a" providerId="Windows Live" clId="Web-{FC1CCC3C-A370-4111-8967-A6AC3FB4B367}" dt="2023-10-26T19:06:25.366" v="282" actId="14100"/>
        <pc:sldMkLst>
          <pc:docMk/>
          <pc:sldMk cId="1493707585" sldId="295"/>
        </pc:sldMkLst>
        <pc:spChg chg="add del mod">
          <ac:chgData name="Kiên Trần" userId="a7ea96e4718dd71a" providerId="Windows Live" clId="Web-{FC1CCC3C-A370-4111-8967-A6AC3FB4B367}" dt="2023-10-26T18:59:19.347" v="257"/>
          <ac:spMkLst>
            <pc:docMk/>
            <pc:sldMk cId="1493707585" sldId="295"/>
            <ac:spMk id="2" creationId="{7231FA4B-2482-9820-70A2-85A3DCBD55F1}"/>
          </ac:spMkLst>
        </pc:spChg>
        <pc:spChg chg="add del mod">
          <ac:chgData name="Kiên Trần" userId="a7ea96e4718dd71a" providerId="Windows Live" clId="Web-{FC1CCC3C-A370-4111-8967-A6AC3FB4B367}" dt="2023-10-26T18:59:30.458" v="263"/>
          <ac:spMkLst>
            <pc:docMk/>
            <pc:sldMk cId="1493707585" sldId="295"/>
            <ac:spMk id="3" creationId="{B4DEADA7-67ED-2B2C-3680-59EDB3A228B8}"/>
          </ac:spMkLst>
        </pc:spChg>
        <pc:spChg chg="mod">
          <ac:chgData name="Kiên Trần" userId="a7ea96e4718dd71a" providerId="Windows Live" clId="Web-{FC1CCC3C-A370-4111-8967-A6AC3FB4B367}" dt="2023-10-26T18:58:54.096" v="253" actId="20577"/>
          <ac:spMkLst>
            <pc:docMk/>
            <pc:sldMk cId="1493707585" sldId="295"/>
            <ac:spMk id="5" creationId="{523C5A50-9515-13C2-9AE3-B9BB7956AAE1}"/>
          </ac:spMkLst>
        </pc:spChg>
        <pc:spChg chg="del">
          <ac:chgData name="Kiên Trần" userId="a7ea96e4718dd71a" providerId="Windows Live" clId="Web-{FC1CCC3C-A370-4111-8967-A6AC3FB4B367}" dt="2023-10-26T18:58:37.205" v="233"/>
          <ac:spMkLst>
            <pc:docMk/>
            <pc:sldMk cId="1493707585" sldId="295"/>
            <ac:spMk id="9" creationId="{855683D8-593A-D44D-8BE1-9B87FB2C324F}"/>
          </ac:spMkLst>
        </pc:spChg>
        <pc:spChg chg="mod">
          <ac:chgData name="Kiên Trần" userId="a7ea96e4718dd71a" providerId="Windows Live" clId="Web-{FC1CCC3C-A370-4111-8967-A6AC3FB4B367}" dt="2023-10-26T19:06:25.366" v="282" actId="14100"/>
          <ac:spMkLst>
            <pc:docMk/>
            <pc:sldMk cId="1493707585" sldId="295"/>
            <ac:spMk id="155" creationId="{00000000-0000-0000-0000-000000000000}"/>
          </ac:spMkLst>
        </pc:spChg>
        <pc:picChg chg="del mod">
          <ac:chgData name="Kiên Trần" userId="a7ea96e4718dd71a" providerId="Windows Live" clId="Web-{FC1CCC3C-A370-4111-8967-A6AC3FB4B367}" dt="2023-10-26T18:58:39.158" v="235"/>
          <ac:picMkLst>
            <pc:docMk/>
            <pc:sldMk cId="1493707585" sldId="295"/>
            <ac:picMk id="4" creationId="{845339C0-DE87-8489-A4B9-8ED44D4867A4}"/>
          </ac:picMkLst>
        </pc:picChg>
        <pc:picChg chg="add mod">
          <ac:chgData name="Kiên Trần" userId="a7ea96e4718dd71a" providerId="Windows Live" clId="Web-{FC1CCC3C-A370-4111-8967-A6AC3FB4B367}" dt="2023-10-26T19:05:07.659" v="281" actId="14100"/>
          <ac:picMkLst>
            <pc:docMk/>
            <pc:sldMk cId="1493707585" sldId="295"/>
            <ac:picMk id="6" creationId="{88C2026B-48CB-3017-C364-9E35657E6446}"/>
          </ac:picMkLst>
        </pc:picChg>
        <pc:picChg chg="del">
          <ac:chgData name="Kiên Trần" userId="a7ea96e4718dd71a" providerId="Windows Live" clId="Web-{FC1CCC3C-A370-4111-8967-A6AC3FB4B367}" dt="2023-10-26T18:58:40.033" v="236"/>
          <ac:picMkLst>
            <pc:docMk/>
            <pc:sldMk cId="1493707585" sldId="295"/>
            <ac:picMk id="7" creationId="{2CC60BC4-9679-5A2E-2047-CE0DFFA74B79}"/>
          </ac:picMkLst>
        </pc:picChg>
        <pc:picChg chg="del">
          <ac:chgData name="Kiên Trần" userId="a7ea96e4718dd71a" providerId="Windows Live" clId="Web-{FC1CCC3C-A370-4111-8967-A6AC3FB4B367}" dt="2023-10-26T18:58:36.393" v="232"/>
          <ac:picMkLst>
            <pc:docMk/>
            <pc:sldMk cId="1493707585" sldId="295"/>
            <ac:picMk id="8" creationId="{DF674916-3AB5-7F87-8996-CE4FDB5597B7}"/>
          </ac:picMkLst>
        </pc:picChg>
        <pc:picChg chg="del">
          <ac:chgData name="Kiên Trần" userId="a7ea96e4718dd71a" providerId="Windows Live" clId="Web-{FC1CCC3C-A370-4111-8967-A6AC3FB4B367}" dt="2023-10-26T18:58:35.549" v="231"/>
          <ac:picMkLst>
            <pc:docMk/>
            <pc:sldMk cId="1493707585" sldId="295"/>
            <ac:picMk id="10" creationId="{B6B43631-8DB3-758E-54E2-F67A623E24AC}"/>
          </ac:picMkLst>
        </pc:picChg>
        <pc:picChg chg="add del mod">
          <ac:chgData name="Kiên Trần" userId="a7ea96e4718dd71a" providerId="Windows Live" clId="Web-{FC1CCC3C-A370-4111-8967-A6AC3FB4B367}" dt="2023-10-26T19:04:41.345" v="272"/>
          <ac:picMkLst>
            <pc:docMk/>
            <pc:sldMk cId="1493707585" sldId="295"/>
            <ac:picMk id="11" creationId="{B2C535DD-EEDE-899F-B017-6D04F26A13D3}"/>
          </ac:picMkLst>
        </pc:picChg>
        <pc:picChg chg="add mod">
          <ac:chgData name="Kiên Trần" userId="a7ea96e4718dd71a" providerId="Windows Live" clId="Web-{FC1CCC3C-A370-4111-8967-A6AC3FB4B367}" dt="2023-10-26T19:04:47.236" v="275" actId="1076"/>
          <ac:picMkLst>
            <pc:docMk/>
            <pc:sldMk cId="1493707585" sldId="295"/>
            <ac:picMk id="12" creationId="{0796060A-0DD1-6B36-30C8-B2E32D47BF11}"/>
          </ac:picMkLst>
        </pc:picChg>
        <pc:picChg chg="add mod">
          <ac:chgData name="Kiên Trần" userId="a7ea96e4718dd71a" providerId="Windows Live" clId="Web-{FC1CCC3C-A370-4111-8967-A6AC3FB4B367}" dt="2023-10-26T19:05:04.612" v="280" actId="14100"/>
          <ac:picMkLst>
            <pc:docMk/>
            <pc:sldMk cId="1493707585" sldId="295"/>
            <ac:picMk id="13" creationId="{DB586716-A770-0C84-7C50-777099EBA0C6}"/>
          </ac:picMkLst>
        </pc:picChg>
      </pc:sldChg>
      <pc:sldChg chg="addSp delSp modSp add replId">
        <pc:chgData name="Kiên Trần" userId="a7ea96e4718dd71a" providerId="Windows Live" clId="Web-{FC1CCC3C-A370-4111-8967-A6AC3FB4B367}" dt="2023-10-26T19:34:19.818" v="346" actId="20577"/>
        <pc:sldMkLst>
          <pc:docMk/>
          <pc:sldMk cId="4250473501" sldId="296"/>
        </pc:sldMkLst>
        <pc:spChg chg="add mod">
          <ac:chgData name="Kiên Trần" userId="a7ea96e4718dd71a" providerId="Windows Live" clId="Web-{FC1CCC3C-A370-4111-8967-A6AC3FB4B367}" dt="2023-10-26T19:32:06.628" v="316" actId="20577"/>
          <ac:spMkLst>
            <pc:docMk/>
            <pc:sldMk cId="4250473501" sldId="296"/>
            <ac:spMk id="4" creationId="{898E02ED-30D6-6FD4-2CF3-29397EDC0471}"/>
          </ac:spMkLst>
        </pc:spChg>
        <pc:spChg chg="mod">
          <ac:chgData name="Kiên Trần" userId="a7ea96e4718dd71a" providerId="Windows Live" clId="Web-{FC1CCC3C-A370-4111-8967-A6AC3FB4B367}" dt="2023-10-26T19:34:19.818" v="346" actId="20577"/>
          <ac:spMkLst>
            <pc:docMk/>
            <pc:sldMk cId="4250473501" sldId="296"/>
            <ac:spMk id="5" creationId="{523C5A50-9515-13C2-9AE3-B9BB7956AAE1}"/>
          </ac:spMkLst>
        </pc:spChg>
        <pc:spChg chg="add mod">
          <ac:chgData name="Kiên Trần" userId="a7ea96e4718dd71a" providerId="Windows Live" clId="Web-{FC1CCC3C-A370-4111-8967-A6AC3FB4B367}" dt="2023-10-26T19:32:32.003" v="334" actId="14100"/>
          <ac:spMkLst>
            <pc:docMk/>
            <pc:sldMk cId="4250473501" sldId="296"/>
            <ac:spMk id="8" creationId="{283E3654-5148-20EF-40A2-C5CCD4B7CFB6}"/>
          </ac:spMkLst>
        </pc:spChg>
        <pc:spChg chg="mod">
          <ac:chgData name="Kiên Trần" userId="a7ea96e4718dd71a" providerId="Windows Live" clId="Web-{FC1CCC3C-A370-4111-8967-A6AC3FB4B367}" dt="2023-10-26T19:06:57.851" v="289" actId="20577"/>
          <ac:spMkLst>
            <pc:docMk/>
            <pc:sldMk cId="4250473501" sldId="296"/>
            <ac:spMk id="152" creationId="{00000000-0000-0000-0000-000000000000}"/>
          </ac:spMkLst>
        </pc:spChg>
        <pc:picChg chg="add mod">
          <ac:chgData name="Kiên Trần" userId="a7ea96e4718dd71a" providerId="Windows Live" clId="Web-{FC1CCC3C-A370-4111-8967-A6AC3FB4B367}" dt="2023-10-26T19:31:26.049" v="300" actId="1076"/>
          <ac:picMkLst>
            <pc:docMk/>
            <pc:sldMk cId="4250473501" sldId="296"/>
            <ac:picMk id="2" creationId="{0062D8E8-39A8-02DC-D140-F7AB25D93829}"/>
          </ac:picMkLst>
        </pc:picChg>
        <pc:picChg chg="add mod">
          <ac:chgData name="Kiên Trần" userId="a7ea96e4718dd71a" providerId="Windows Live" clId="Web-{FC1CCC3C-A370-4111-8967-A6AC3FB4B367}" dt="2023-10-26T19:31:48.628" v="305" actId="14100"/>
          <ac:picMkLst>
            <pc:docMk/>
            <pc:sldMk cId="4250473501" sldId="296"/>
            <ac:picMk id="3" creationId="{7AD4F592-9B55-6AFB-5573-F54E8A007927}"/>
          </ac:picMkLst>
        </pc:picChg>
        <pc:picChg chg="del">
          <ac:chgData name="Kiên Trần" userId="a7ea96e4718dd71a" providerId="Windows Live" clId="Web-{FC1CCC3C-A370-4111-8967-A6AC3FB4B367}" dt="2023-10-26T19:30:54.064" v="293"/>
          <ac:picMkLst>
            <pc:docMk/>
            <pc:sldMk cId="4250473501" sldId="296"/>
            <ac:picMk id="6" creationId="{88C2026B-48CB-3017-C364-9E35657E6446}"/>
          </ac:picMkLst>
        </pc:picChg>
        <pc:picChg chg="add del mod">
          <ac:chgData name="Kiên Trần" userId="a7ea96e4718dd71a" providerId="Windows Live" clId="Web-{FC1CCC3C-A370-4111-8967-A6AC3FB4B367}" dt="2023-10-26T19:32:13.441" v="318"/>
          <ac:picMkLst>
            <pc:docMk/>
            <pc:sldMk cId="4250473501" sldId="296"/>
            <ac:picMk id="7" creationId="{75A64AC4-24C8-79A6-65D5-9068EC690A3A}"/>
          </ac:picMkLst>
        </pc:picChg>
        <pc:picChg chg="del">
          <ac:chgData name="Kiên Trần" userId="a7ea96e4718dd71a" providerId="Windows Live" clId="Web-{FC1CCC3C-A370-4111-8967-A6AC3FB4B367}" dt="2023-10-26T19:31:03.173" v="295"/>
          <ac:picMkLst>
            <pc:docMk/>
            <pc:sldMk cId="4250473501" sldId="296"/>
            <ac:picMk id="12" creationId="{0796060A-0DD1-6B36-30C8-B2E32D47BF11}"/>
          </ac:picMkLst>
        </pc:picChg>
        <pc:picChg chg="del">
          <ac:chgData name="Kiên Trần" userId="a7ea96e4718dd71a" providerId="Windows Live" clId="Web-{FC1CCC3C-A370-4111-8967-A6AC3FB4B367}" dt="2023-10-26T19:31:03.689" v="296"/>
          <ac:picMkLst>
            <pc:docMk/>
            <pc:sldMk cId="4250473501" sldId="296"/>
            <ac:picMk id="13" creationId="{DB586716-A770-0C84-7C50-777099EBA0C6}"/>
          </ac:picMkLst>
        </pc:picChg>
      </pc:sldChg>
      <pc:sldChg chg="addSp delSp modSp add replId">
        <pc:chgData name="Kiên Trần" userId="a7ea96e4718dd71a" providerId="Windows Live" clId="Web-{FC1CCC3C-A370-4111-8967-A6AC3FB4B367}" dt="2023-10-26T19:40:45.220" v="362" actId="20577"/>
        <pc:sldMkLst>
          <pc:docMk/>
          <pc:sldMk cId="3913593172" sldId="297"/>
        </pc:sldMkLst>
        <pc:spChg chg="del">
          <ac:chgData name="Kiên Trần" userId="a7ea96e4718dd71a" providerId="Windows Live" clId="Web-{FC1CCC3C-A370-4111-8967-A6AC3FB4B367}" dt="2023-10-26T19:34:57.069" v="350"/>
          <ac:spMkLst>
            <pc:docMk/>
            <pc:sldMk cId="3913593172" sldId="297"/>
            <ac:spMk id="4" creationId="{898E02ED-30D6-6FD4-2CF3-29397EDC0471}"/>
          </ac:spMkLst>
        </pc:spChg>
        <pc:spChg chg="mod">
          <ac:chgData name="Kiên Trần" userId="a7ea96e4718dd71a" providerId="Windows Live" clId="Web-{FC1CCC3C-A370-4111-8967-A6AC3FB4B367}" dt="2023-10-26T19:40:45.220" v="362" actId="20577"/>
          <ac:spMkLst>
            <pc:docMk/>
            <pc:sldMk cId="3913593172" sldId="297"/>
            <ac:spMk id="5" creationId="{523C5A50-9515-13C2-9AE3-B9BB7956AAE1}"/>
          </ac:spMkLst>
        </pc:spChg>
        <pc:spChg chg="del">
          <ac:chgData name="Kiên Trần" userId="a7ea96e4718dd71a" providerId="Windows Live" clId="Web-{FC1CCC3C-A370-4111-8967-A6AC3FB4B367}" dt="2023-10-26T19:34:58.553" v="351"/>
          <ac:spMkLst>
            <pc:docMk/>
            <pc:sldMk cId="3913593172" sldId="297"/>
            <ac:spMk id="8" creationId="{283E3654-5148-20EF-40A2-C5CCD4B7CFB6}"/>
          </ac:spMkLst>
        </pc:spChg>
        <pc:picChg chg="del">
          <ac:chgData name="Kiên Trần" userId="a7ea96e4718dd71a" providerId="Windows Live" clId="Web-{FC1CCC3C-A370-4111-8967-A6AC3FB4B367}" dt="2023-10-26T19:34:53.772" v="347"/>
          <ac:picMkLst>
            <pc:docMk/>
            <pc:sldMk cId="3913593172" sldId="297"/>
            <ac:picMk id="2" creationId="{0062D8E8-39A8-02DC-D140-F7AB25D93829}"/>
          </ac:picMkLst>
        </pc:picChg>
        <pc:picChg chg="del">
          <ac:chgData name="Kiên Trần" userId="a7ea96e4718dd71a" providerId="Windows Live" clId="Web-{FC1CCC3C-A370-4111-8967-A6AC3FB4B367}" dt="2023-10-26T19:34:54.335" v="348"/>
          <ac:picMkLst>
            <pc:docMk/>
            <pc:sldMk cId="3913593172" sldId="297"/>
            <ac:picMk id="3" creationId="{7AD4F592-9B55-6AFB-5573-F54E8A007927}"/>
          </ac:picMkLst>
        </pc:picChg>
        <pc:picChg chg="add mod">
          <ac:chgData name="Kiên Trần" userId="a7ea96e4718dd71a" providerId="Windows Live" clId="Web-{FC1CCC3C-A370-4111-8967-A6AC3FB4B367}" dt="2023-10-26T19:35:01.428" v="353" actId="1076"/>
          <ac:picMkLst>
            <pc:docMk/>
            <pc:sldMk cId="3913593172" sldId="297"/>
            <ac:picMk id="6" creationId="{7DE15A75-9037-198F-2A17-96E3BB715393}"/>
          </ac:picMkLst>
        </pc:picChg>
        <pc:picChg chg="add mod">
          <ac:chgData name="Kiên Trần" userId="a7ea96e4718dd71a" providerId="Windows Live" clId="Web-{FC1CCC3C-A370-4111-8967-A6AC3FB4B367}" dt="2023-10-26T19:35:43.211" v="359" actId="1076"/>
          <ac:picMkLst>
            <pc:docMk/>
            <pc:sldMk cId="3913593172" sldId="297"/>
            <ac:picMk id="7" creationId="{F1F0CAF9-8055-938D-71F2-B8A3451B98F6}"/>
          </ac:picMkLst>
        </pc:picChg>
      </pc:sldChg>
      <pc:sldChg chg="addSp delSp modSp add replId">
        <pc:chgData name="Kiên Trần" userId="a7ea96e4718dd71a" providerId="Windows Live" clId="Web-{FC1CCC3C-A370-4111-8967-A6AC3FB4B367}" dt="2023-10-26T19:44:29.196" v="415" actId="1076"/>
        <pc:sldMkLst>
          <pc:docMk/>
          <pc:sldMk cId="3231491194" sldId="298"/>
        </pc:sldMkLst>
        <pc:spChg chg="add mod">
          <ac:chgData name="Kiên Trần" userId="a7ea96e4718dd71a" providerId="Windows Live" clId="Web-{FC1CCC3C-A370-4111-8967-A6AC3FB4B367}" dt="2023-10-26T19:42:47.600" v="394" actId="1076"/>
          <ac:spMkLst>
            <pc:docMk/>
            <pc:sldMk cId="3231491194" sldId="298"/>
            <ac:spMk id="2" creationId="{9125AF44-ED44-AE0A-9897-F47E7B2A71B5}"/>
          </ac:spMkLst>
        </pc:spChg>
        <pc:spChg chg="add del">
          <ac:chgData name="Kiên Trần" userId="a7ea96e4718dd71a" providerId="Windows Live" clId="Web-{FC1CCC3C-A370-4111-8967-A6AC3FB4B367}" dt="2023-10-26T19:42:40.006" v="389"/>
          <ac:spMkLst>
            <pc:docMk/>
            <pc:sldMk cId="3231491194" sldId="298"/>
            <ac:spMk id="3" creationId="{2D35E01B-2F4C-C0BC-22AE-E6E82BA32522}"/>
          </ac:spMkLst>
        </pc:spChg>
        <pc:spChg chg="mod">
          <ac:chgData name="Kiên Trần" userId="a7ea96e4718dd71a" providerId="Windows Live" clId="Web-{FC1CCC3C-A370-4111-8967-A6AC3FB4B367}" dt="2023-10-26T19:41:04.236" v="366" actId="20577"/>
          <ac:spMkLst>
            <pc:docMk/>
            <pc:sldMk cId="3231491194" sldId="298"/>
            <ac:spMk id="5" creationId="{523C5A50-9515-13C2-9AE3-B9BB7956AAE1}"/>
          </ac:spMkLst>
        </pc:spChg>
        <pc:spChg chg="add mod">
          <ac:chgData name="Kiên Trần" userId="a7ea96e4718dd71a" providerId="Windows Live" clId="Web-{FC1CCC3C-A370-4111-8967-A6AC3FB4B367}" dt="2023-10-26T19:43:47.757" v="411" actId="20577"/>
          <ac:spMkLst>
            <pc:docMk/>
            <pc:sldMk cId="3231491194" sldId="298"/>
            <ac:spMk id="9" creationId="{A314D8B0-DCB8-305F-182B-912FCEBAD7DF}"/>
          </ac:spMkLst>
        </pc:spChg>
        <pc:picChg chg="add mod">
          <ac:chgData name="Kiên Trần" userId="a7ea96e4718dd71a" providerId="Windows Live" clId="Web-{FC1CCC3C-A370-4111-8967-A6AC3FB4B367}" dt="2023-10-26T19:42:49.241" v="395" actId="1076"/>
          <ac:picMkLst>
            <pc:docMk/>
            <pc:sldMk cId="3231491194" sldId="298"/>
            <ac:picMk id="4" creationId="{6C821C4C-74FC-95B0-0A92-D0F9713ED355}"/>
          </ac:picMkLst>
        </pc:picChg>
        <pc:picChg chg="del">
          <ac:chgData name="Kiên Trần" userId="a7ea96e4718dd71a" providerId="Windows Live" clId="Web-{FC1CCC3C-A370-4111-8967-A6AC3FB4B367}" dt="2023-10-26T19:41:05.408" v="367"/>
          <ac:picMkLst>
            <pc:docMk/>
            <pc:sldMk cId="3231491194" sldId="298"/>
            <ac:picMk id="6" creationId="{7DE15A75-9037-198F-2A17-96E3BB715393}"/>
          </ac:picMkLst>
        </pc:picChg>
        <pc:picChg chg="del">
          <ac:chgData name="Kiên Trần" userId="a7ea96e4718dd71a" providerId="Windows Live" clId="Web-{FC1CCC3C-A370-4111-8967-A6AC3FB4B367}" dt="2023-10-26T19:41:05.939" v="368"/>
          <ac:picMkLst>
            <pc:docMk/>
            <pc:sldMk cId="3231491194" sldId="298"/>
            <ac:picMk id="7" creationId="{F1F0CAF9-8055-938D-71F2-B8A3451B98F6}"/>
          </ac:picMkLst>
        </pc:picChg>
        <pc:picChg chg="add mod">
          <ac:chgData name="Kiên Trần" userId="a7ea96e4718dd71a" providerId="Windows Live" clId="Web-{FC1CCC3C-A370-4111-8967-A6AC3FB4B367}" dt="2023-10-26T19:44:29.196" v="415" actId="1076"/>
          <ac:picMkLst>
            <pc:docMk/>
            <pc:sldMk cId="3231491194" sldId="298"/>
            <ac:picMk id="8" creationId="{DC3CDC59-2B69-AF83-8F3C-3C92551EDCD9}"/>
          </ac:picMkLst>
        </pc:picChg>
      </pc:sldChg>
      <pc:sldChg chg="addSp delSp modSp add replId">
        <pc:chgData name="Kiên Trần" userId="a7ea96e4718dd71a" providerId="Windows Live" clId="Web-{FC1CCC3C-A370-4111-8967-A6AC3FB4B367}" dt="2023-10-26T19:46:50.793" v="469" actId="20577"/>
        <pc:sldMkLst>
          <pc:docMk/>
          <pc:sldMk cId="3681026042" sldId="299"/>
        </pc:sldMkLst>
        <pc:spChg chg="del">
          <ac:chgData name="Kiên Trần" userId="a7ea96e4718dd71a" providerId="Windows Live" clId="Web-{FC1CCC3C-A370-4111-8967-A6AC3FB4B367}" dt="2023-10-26T19:44:55.806" v="422"/>
          <ac:spMkLst>
            <pc:docMk/>
            <pc:sldMk cId="3681026042" sldId="299"/>
            <ac:spMk id="2" creationId="{9125AF44-ED44-AE0A-9897-F47E7B2A71B5}"/>
          </ac:spMkLst>
        </pc:spChg>
        <pc:spChg chg="mod">
          <ac:chgData name="Kiên Trần" userId="a7ea96e4718dd71a" providerId="Windows Live" clId="Web-{FC1CCC3C-A370-4111-8967-A6AC3FB4B367}" dt="2023-10-26T19:45:00.478" v="425" actId="20577"/>
          <ac:spMkLst>
            <pc:docMk/>
            <pc:sldMk cId="3681026042" sldId="299"/>
            <ac:spMk id="5" creationId="{523C5A50-9515-13C2-9AE3-B9BB7956AAE1}"/>
          </ac:spMkLst>
        </pc:spChg>
        <pc:spChg chg="add mod">
          <ac:chgData name="Kiên Trần" userId="a7ea96e4718dd71a" providerId="Windows Live" clId="Web-{FC1CCC3C-A370-4111-8967-A6AC3FB4B367}" dt="2023-10-26T19:46:21.854" v="444" actId="14100"/>
          <ac:spMkLst>
            <pc:docMk/>
            <pc:sldMk cId="3681026042" sldId="299"/>
            <ac:spMk id="7" creationId="{665A6123-97CF-B7D3-89E5-04543E6BA6BA}"/>
          </ac:spMkLst>
        </pc:spChg>
        <pc:spChg chg="del">
          <ac:chgData name="Kiên Trần" userId="a7ea96e4718dd71a" providerId="Windows Live" clId="Web-{FC1CCC3C-A370-4111-8967-A6AC3FB4B367}" dt="2023-10-26T19:45:02.087" v="426"/>
          <ac:spMkLst>
            <pc:docMk/>
            <pc:sldMk cId="3681026042" sldId="299"/>
            <ac:spMk id="9" creationId="{A314D8B0-DCB8-305F-182B-912FCEBAD7DF}"/>
          </ac:spMkLst>
        </pc:spChg>
        <pc:spChg chg="add mod">
          <ac:chgData name="Kiên Trần" userId="a7ea96e4718dd71a" providerId="Windows Live" clId="Web-{FC1CCC3C-A370-4111-8967-A6AC3FB4B367}" dt="2023-10-26T19:46:50.793" v="469" actId="20577"/>
          <ac:spMkLst>
            <pc:docMk/>
            <pc:sldMk cId="3681026042" sldId="299"/>
            <ac:spMk id="10" creationId="{E16A1147-6AEA-F011-FB75-1CDA83F45785}"/>
          </ac:spMkLst>
        </pc:spChg>
        <pc:picChg chg="add mod">
          <ac:chgData name="Kiên Trần" userId="a7ea96e4718dd71a" providerId="Windows Live" clId="Web-{FC1CCC3C-A370-4111-8967-A6AC3FB4B367}" dt="2023-10-26T19:46:07.995" v="434" actId="1076"/>
          <ac:picMkLst>
            <pc:docMk/>
            <pc:sldMk cId="3681026042" sldId="299"/>
            <ac:picMk id="3" creationId="{1031CAFD-E5AF-C333-9862-C062538CDF9C}"/>
          </ac:picMkLst>
        </pc:picChg>
        <pc:picChg chg="del">
          <ac:chgData name="Kiên Trần" userId="a7ea96e4718dd71a" providerId="Windows Live" clId="Web-{FC1CCC3C-A370-4111-8967-A6AC3FB4B367}" dt="2023-10-26T19:44:54.228" v="421"/>
          <ac:picMkLst>
            <pc:docMk/>
            <pc:sldMk cId="3681026042" sldId="299"/>
            <ac:picMk id="4" creationId="{6C821C4C-74FC-95B0-0A92-D0F9713ED355}"/>
          </ac:picMkLst>
        </pc:picChg>
        <pc:picChg chg="add mod">
          <ac:chgData name="Kiên Trần" userId="a7ea96e4718dd71a" providerId="Windows Live" clId="Web-{FC1CCC3C-A370-4111-8967-A6AC3FB4B367}" dt="2023-10-26T19:46:09.948" v="436" actId="1076"/>
          <ac:picMkLst>
            <pc:docMk/>
            <pc:sldMk cId="3681026042" sldId="299"/>
            <ac:picMk id="6" creationId="{0632E9F4-3F9A-9F8F-312B-A6EBAA5F6C4A}"/>
          </ac:picMkLst>
        </pc:picChg>
        <pc:picChg chg="del">
          <ac:chgData name="Kiên Trần" userId="a7ea96e4718dd71a" providerId="Windows Live" clId="Web-{FC1CCC3C-A370-4111-8967-A6AC3FB4B367}" dt="2023-10-26T19:45:02.822" v="427"/>
          <ac:picMkLst>
            <pc:docMk/>
            <pc:sldMk cId="3681026042" sldId="299"/>
            <ac:picMk id="8" creationId="{DC3CDC59-2B69-AF83-8F3C-3C92551EDCD9}"/>
          </ac:picMkLst>
        </pc:picChg>
      </pc:sldChg>
    </pc:docChg>
  </pc:docChgLst>
  <pc:docChgLst>
    <pc:chgData name="Kiên Trần" userId="a7ea96e4718dd71a" providerId="Windows Live" clId="Web-{C12EB627-F4CF-4C34-B646-4FFB6E77EFB5}"/>
    <pc:docChg chg="addSld modSld">
      <pc:chgData name="Kiên Trần" userId="a7ea96e4718dd71a" providerId="Windows Live" clId="Web-{C12EB627-F4CF-4C34-B646-4FFB6E77EFB5}" dt="2023-10-27T04:48:46.196" v="254" actId="20577"/>
      <pc:docMkLst>
        <pc:docMk/>
      </pc:docMkLst>
      <pc:sldChg chg="addSp delSp modSp add replId">
        <pc:chgData name="Kiên Trần" userId="a7ea96e4718dd71a" providerId="Windows Live" clId="Web-{C12EB627-F4CF-4C34-B646-4FFB6E77EFB5}" dt="2023-10-27T04:34:36.195" v="28" actId="14100"/>
        <pc:sldMkLst>
          <pc:docMk/>
          <pc:sldMk cId="2587835503" sldId="311"/>
        </pc:sldMkLst>
        <pc:spChg chg="add mod">
          <ac:chgData name="Kiên Trần" userId="a7ea96e4718dd71a" providerId="Windows Live" clId="Web-{C12EB627-F4CF-4C34-B646-4FFB6E77EFB5}" dt="2023-10-27T04:34:36.195" v="28" actId="14100"/>
          <ac:spMkLst>
            <pc:docMk/>
            <pc:sldMk cId="2587835503" sldId="311"/>
            <ac:spMk id="2" creationId="{5AA0979B-6249-0D28-9CBE-36B38B1A2C80}"/>
          </ac:spMkLst>
        </pc:spChg>
        <pc:spChg chg="mod">
          <ac:chgData name="Kiên Trần" userId="a7ea96e4718dd71a" providerId="Windows Live" clId="Web-{C12EB627-F4CF-4C34-B646-4FFB6E77EFB5}" dt="2023-10-27T04:33:51.038" v="14" actId="20577"/>
          <ac:spMkLst>
            <pc:docMk/>
            <pc:sldMk cId="2587835503" sldId="311"/>
            <ac:spMk id="5" creationId="{523C5A50-9515-13C2-9AE3-B9BB7956AAE1}"/>
          </ac:spMkLst>
        </pc:spChg>
        <pc:picChg chg="del">
          <ac:chgData name="Kiên Trần" userId="a7ea96e4718dd71a" providerId="Windows Live" clId="Web-{C12EB627-F4CF-4C34-B646-4FFB6E77EFB5}" dt="2023-10-27T04:33:51.413" v="15"/>
          <ac:picMkLst>
            <pc:docMk/>
            <pc:sldMk cId="2587835503" sldId="311"/>
            <ac:picMk id="6" creationId="{88C2026B-48CB-3017-C364-9E35657E6446}"/>
          </ac:picMkLst>
        </pc:picChg>
        <pc:picChg chg="del">
          <ac:chgData name="Kiên Trần" userId="a7ea96e4718dd71a" providerId="Windows Live" clId="Web-{C12EB627-F4CF-4C34-B646-4FFB6E77EFB5}" dt="2023-10-27T04:33:52.335" v="16"/>
          <ac:picMkLst>
            <pc:docMk/>
            <pc:sldMk cId="2587835503" sldId="311"/>
            <ac:picMk id="12" creationId="{0796060A-0DD1-6B36-30C8-B2E32D47BF11}"/>
          </ac:picMkLst>
        </pc:picChg>
        <pc:picChg chg="del">
          <ac:chgData name="Kiên Trần" userId="a7ea96e4718dd71a" providerId="Windows Live" clId="Web-{C12EB627-F4CF-4C34-B646-4FFB6E77EFB5}" dt="2023-10-27T04:33:53.226" v="17"/>
          <ac:picMkLst>
            <pc:docMk/>
            <pc:sldMk cId="2587835503" sldId="311"/>
            <ac:picMk id="13" creationId="{DB586716-A770-0C84-7C50-777099EBA0C6}"/>
          </ac:picMkLst>
        </pc:picChg>
      </pc:sldChg>
      <pc:sldChg chg="delSp modSp add replId">
        <pc:chgData name="Kiên Trần" userId="a7ea96e4718dd71a" providerId="Windows Live" clId="Web-{C12EB627-F4CF-4C34-B646-4FFB6E77EFB5}" dt="2023-10-27T04:39:14.560" v="145" actId="20577"/>
        <pc:sldMkLst>
          <pc:docMk/>
          <pc:sldMk cId="3151904925" sldId="312"/>
        </pc:sldMkLst>
        <pc:spChg chg="mod">
          <ac:chgData name="Kiên Trần" userId="a7ea96e4718dd71a" providerId="Windows Live" clId="Web-{C12EB627-F4CF-4C34-B646-4FFB6E77EFB5}" dt="2023-10-27T04:39:14.560" v="145" actId="20577"/>
          <ac:spMkLst>
            <pc:docMk/>
            <pc:sldMk cId="3151904925" sldId="312"/>
            <ac:spMk id="5" creationId="{523C5A50-9515-13C2-9AE3-B9BB7956AAE1}"/>
          </ac:spMkLst>
        </pc:spChg>
        <pc:spChg chg="del">
          <ac:chgData name="Kiên Trần" userId="a7ea96e4718dd71a" providerId="Windows Live" clId="Web-{C12EB627-F4CF-4C34-B646-4FFB6E77EFB5}" dt="2023-10-27T04:36:02.603" v="35"/>
          <ac:spMkLst>
            <pc:docMk/>
            <pc:sldMk cId="3151904925" sldId="312"/>
            <ac:spMk id="8" creationId="{63813EA0-175B-7607-54E9-5804FBF7696F}"/>
          </ac:spMkLst>
        </pc:spChg>
        <pc:spChg chg="del">
          <ac:chgData name="Kiên Trần" userId="a7ea96e4718dd71a" providerId="Windows Live" clId="Web-{C12EB627-F4CF-4C34-B646-4FFB6E77EFB5}" dt="2023-10-27T04:35:57.322" v="32"/>
          <ac:spMkLst>
            <pc:docMk/>
            <pc:sldMk cId="3151904925" sldId="312"/>
            <ac:spMk id="9" creationId="{C5B6993E-8D74-1D85-FD4F-F3EDA09DC67A}"/>
          </ac:spMkLst>
        </pc:spChg>
        <pc:spChg chg="del">
          <ac:chgData name="Kiên Trần" userId="a7ea96e4718dd71a" providerId="Windows Live" clId="Web-{C12EB627-F4CF-4C34-B646-4FFB6E77EFB5}" dt="2023-10-27T04:36:01.353" v="34"/>
          <ac:spMkLst>
            <pc:docMk/>
            <pc:sldMk cId="3151904925" sldId="312"/>
            <ac:spMk id="12" creationId="{60765C6B-2EED-3065-0B4B-3DB54E222F75}"/>
          </ac:spMkLst>
        </pc:spChg>
        <pc:picChg chg="del">
          <ac:chgData name="Kiên Trần" userId="a7ea96e4718dd71a" providerId="Windows Live" clId="Web-{C12EB627-F4CF-4C34-B646-4FFB6E77EFB5}" dt="2023-10-27T04:35:54.697" v="30"/>
          <ac:picMkLst>
            <pc:docMk/>
            <pc:sldMk cId="3151904925" sldId="312"/>
            <ac:picMk id="2" creationId="{104F3BDA-872E-168D-2E84-4DCDCC3ADCB4}"/>
          </ac:picMkLst>
        </pc:picChg>
        <pc:picChg chg="del">
          <ac:chgData name="Kiên Trần" userId="a7ea96e4718dd71a" providerId="Windows Live" clId="Web-{C12EB627-F4CF-4C34-B646-4FFB6E77EFB5}" dt="2023-10-27T04:35:55.618" v="31"/>
          <ac:picMkLst>
            <pc:docMk/>
            <pc:sldMk cId="3151904925" sldId="312"/>
            <ac:picMk id="4" creationId="{66D33880-8304-64AE-189D-ABBD65422495}"/>
          </ac:picMkLst>
        </pc:picChg>
        <pc:picChg chg="del">
          <ac:chgData name="Kiên Trần" userId="a7ea96e4718dd71a" providerId="Windows Live" clId="Web-{C12EB627-F4CF-4C34-B646-4FFB6E77EFB5}" dt="2023-10-27T04:36:03.197" v="36"/>
          <ac:picMkLst>
            <pc:docMk/>
            <pc:sldMk cId="3151904925" sldId="312"/>
            <ac:picMk id="11" creationId="{CC4736D3-BEE8-F3E7-A79D-F38684B758EA}"/>
          </ac:picMkLst>
        </pc:picChg>
        <pc:picChg chg="del">
          <ac:chgData name="Kiên Trần" userId="a7ea96e4718dd71a" providerId="Windows Live" clId="Web-{C12EB627-F4CF-4C34-B646-4FFB6E77EFB5}" dt="2023-10-27T04:35:58.337" v="33"/>
          <ac:picMkLst>
            <pc:docMk/>
            <pc:sldMk cId="3151904925" sldId="312"/>
            <ac:picMk id="13" creationId="{CE6FB017-DFB0-2054-37CC-00B232243EE7}"/>
          </ac:picMkLst>
        </pc:picChg>
      </pc:sldChg>
      <pc:sldChg chg="addSp delSp modSp add replId">
        <pc:chgData name="Kiên Trần" userId="a7ea96e4718dd71a" providerId="Windows Live" clId="Web-{C12EB627-F4CF-4C34-B646-4FFB6E77EFB5}" dt="2023-10-27T04:43:41.049" v="195" actId="20577"/>
        <pc:sldMkLst>
          <pc:docMk/>
          <pc:sldMk cId="750377203" sldId="313"/>
        </pc:sldMkLst>
        <pc:spChg chg="mod">
          <ac:chgData name="Kiên Trần" userId="a7ea96e4718dd71a" providerId="Windows Live" clId="Web-{C12EB627-F4CF-4C34-B646-4FFB6E77EFB5}" dt="2023-10-27T04:40:07.030" v="172" actId="20577"/>
          <ac:spMkLst>
            <pc:docMk/>
            <pc:sldMk cId="750377203" sldId="313"/>
            <ac:spMk id="2" creationId="{1AFF16A2-2E53-E3C1-1A2B-40F4E3ED4B91}"/>
          </ac:spMkLst>
        </pc:spChg>
        <pc:spChg chg="del">
          <ac:chgData name="Kiên Trần" userId="a7ea96e4718dd71a" providerId="Windows Live" clId="Web-{C12EB627-F4CF-4C34-B646-4FFB6E77EFB5}" dt="2023-10-27T04:39:36.357" v="147"/>
          <ac:spMkLst>
            <pc:docMk/>
            <pc:sldMk cId="750377203" sldId="313"/>
            <ac:spMk id="3" creationId="{3754BBAD-06E9-41C1-736F-BC5339EA352F}"/>
          </ac:spMkLst>
        </pc:spChg>
        <pc:spChg chg="add mod">
          <ac:chgData name="Kiên Trần" userId="a7ea96e4718dd71a" providerId="Windows Live" clId="Web-{C12EB627-F4CF-4C34-B646-4FFB6E77EFB5}" dt="2023-10-27T04:43:41.049" v="195" actId="20577"/>
          <ac:spMkLst>
            <pc:docMk/>
            <pc:sldMk cId="750377203" sldId="313"/>
            <ac:spMk id="4" creationId="{F4321830-0E0C-F53A-4577-36D807CEAC70}"/>
          </ac:spMkLst>
        </pc:spChg>
        <pc:spChg chg="del">
          <ac:chgData name="Kiên Trần" userId="a7ea96e4718dd71a" providerId="Windows Live" clId="Web-{C12EB627-F4CF-4C34-B646-4FFB6E77EFB5}" dt="2023-10-27T04:39:38.967" v="150"/>
          <ac:spMkLst>
            <pc:docMk/>
            <pc:sldMk cId="750377203" sldId="313"/>
            <ac:spMk id="7" creationId="{C9FFB88C-6B63-4D3B-8435-0908141F58CF}"/>
          </ac:spMkLst>
        </pc:spChg>
        <pc:picChg chg="del">
          <ac:chgData name="Kiên Trần" userId="a7ea96e4718dd71a" providerId="Windows Live" clId="Web-{C12EB627-F4CF-4C34-B646-4FFB6E77EFB5}" dt="2023-10-27T04:39:37.232" v="148"/>
          <ac:picMkLst>
            <pc:docMk/>
            <pc:sldMk cId="750377203" sldId="313"/>
            <ac:picMk id="6" creationId="{4F0F7231-8A51-260F-97B3-D12B9656C2DC}"/>
          </ac:picMkLst>
        </pc:picChg>
        <pc:picChg chg="del">
          <ac:chgData name="Kiên Trần" userId="a7ea96e4718dd71a" providerId="Windows Live" clId="Web-{C12EB627-F4CF-4C34-B646-4FFB6E77EFB5}" dt="2023-10-27T04:39:37.935" v="149"/>
          <ac:picMkLst>
            <pc:docMk/>
            <pc:sldMk cId="750377203" sldId="313"/>
            <ac:picMk id="11" creationId="{7ADA24DB-F501-5214-F201-8EAFB2475AE3}"/>
          </ac:picMkLst>
        </pc:picChg>
      </pc:sldChg>
      <pc:sldChg chg="addSp delSp modSp add replId">
        <pc:chgData name="Kiên Trần" userId="a7ea96e4718dd71a" providerId="Windows Live" clId="Web-{C12EB627-F4CF-4C34-B646-4FFB6E77EFB5}" dt="2023-10-27T04:48:46.196" v="254" actId="20577"/>
        <pc:sldMkLst>
          <pc:docMk/>
          <pc:sldMk cId="2689908371" sldId="314"/>
        </pc:sldMkLst>
        <pc:spChg chg="add mod">
          <ac:chgData name="Kiên Trần" userId="a7ea96e4718dd71a" providerId="Windows Live" clId="Web-{C12EB627-F4CF-4C34-B646-4FFB6E77EFB5}" dt="2023-10-27T04:48:46.196" v="254" actId="20577"/>
          <ac:spMkLst>
            <pc:docMk/>
            <pc:sldMk cId="2689908371" sldId="314"/>
            <ac:spMk id="2" creationId="{3AF6D99B-5838-1D75-AA56-E08429B38BFB}"/>
          </ac:spMkLst>
        </pc:spChg>
        <pc:spChg chg="mod">
          <ac:chgData name="Kiên Trần" userId="a7ea96e4718dd71a" providerId="Windows Live" clId="Web-{C12EB627-F4CF-4C34-B646-4FFB6E77EFB5}" dt="2023-10-27T04:44:56.926" v="219" actId="20577"/>
          <ac:spMkLst>
            <pc:docMk/>
            <pc:sldMk cId="2689908371" sldId="314"/>
            <ac:spMk id="3" creationId="{B11D30B0-E9CB-CD9F-E290-67CADC9E547C}"/>
          </ac:spMkLst>
        </pc:spChg>
        <pc:spChg chg="del">
          <ac:chgData name="Kiên Trần" userId="a7ea96e4718dd71a" providerId="Windows Live" clId="Web-{C12EB627-F4CF-4C34-B646-4FFB6E77EFB5}" dt="2023-10-27T04:44:31.378" v="200"/>
          <ac:spMkLst>
            <pc:docMk/>
            <pc:sldMk cId="2689908371" sldId="314"/>
            <ac:spMk id="4" creationId="{9BFF85B1-28D1-1366-4377-914A7D9FA1DA}"/>
          </ac:spMkLst>
        </pc:spChg>
        <pc:spChg chg="del">
          <ac:chgData name="Kiên Trần" userId="a7ea96e4718dd71a" providerId="Windows Live" clId="Web-{C12EB627-F4CF-4C34-B646-4FFB6E77EFB5}" dt="2023-10-27T04:44:35.300" v="204"/>
          <ac:spMkLst>
            <pc:docMk/>
            <pc:sldMk cId="2689908371" sldId="314"/>
            <ac:spMk id="8" creationId="{DEC6B98A-4966-AE88-D9A7-078C0BE5C9A1}"/>
          </ac:spMkLst>
        </pc:spChg>
        <pc:spChg chg="del">
          <ac:chgData name="Kiên Trần" userId="a7ea96e4718dd71a" providerId="Windows Live" clId="Web-{C12EB627-F4CF-4C34-B646-4FFB6E77EFB5}" dt="2023-10-27T04:44:30.457" v="199"/>
          <ac:spMkLst>
            <pc:docMk/>
            <pc:sldMk cId="2689908371" sldId="314"/>
            <ac:spMk id="10" creationId="{26B958F6-F2D9-B958-C9D7-00C6A3EBCD29}"/>
          </ac:spMkLst>
        </pc:spChg>
        <pc:picChg chg="del mod">
          <ac:chgData name="Kiên Trần" userId="a7ea96e4718dd71a" providerId="Windows Live" clId="Web-{C12EB627-F4CF-4C34-B646-4FFB6E77EFB5}" dt="2023-10-27T04:44:33.847" v="203"/>
          <ac:picMkLst>
            <pc:docMk/>
            <pc:sldMk cId="2689908371" sldId="314"/>
            <ac:picMk id="7" creationId="{811F120A-8A8C-A948-DD24-6F3E43193E6C}"/>
          </ac:picMkLst>
        </pc:picChg>
        <pc:picChg chg="del">
          <ac:chgData name="Kiên Trần" userId="a7ea96e4718dd71a" providerId="Windows Live" clId="Web-{C12EB627-F4CF-4C34-B646-4FFB6E77EFB5}" dt="2023-10-27T04:44:33.207" v="202"/>
          <ac:picMkLst>
            <pc:docMk/>
            <pc:sldMk cId="2689908371" sldId="314"/>
            <ac:picMk id="9" creationId="{C49E0C49-6334-732E-0770-E69B0107DB31}"/>
          </ac:picMkLst>
        </pc:picChg>
        <pc:picChg chg="del mod">
          <ac:chgData name="Kiên Trần" userId="a7ea96e4718dd71a" providerId="Windows Live" clId="Web-{C12EB627-F4CF-4C34-B646-4FFB6E77EFB5}" dt="2023-10-27T04:44:28.253" v="198"/>
          <ac:picMkLst>
            <pc:docMk/>
            <pc:sldMk cId="2689908371" sldId="314"/>
            <ac:picMk id="11" creationId="{D9926804-E9EB-9B8D-9ED4-BE273DA22E52}"/>
          </ac:picMkLst>
        </pc:picChg>
      </pc:sldChg>
    </pc:docChg>
  </pc:docChgLst>
  <pc:docChgLst>
    <pc:chgData name="Kiên Trần" userId="a7ea96e4718dd71a" providerId="Windows Live" clId="Web-{FAD8AB67-263C-4344-AB4B-B94FEBE65C53}"/>
    <pc:docChg chg="modSld">
      <pc:chgData name="Kiên Trần" userId="a7ea96e4718dd71a" providerId="Windows Live" clId="Web-{FAD8AB67-263C-4344-AB4B-B94FEBE65C53}" dt="2023-10-27T02:14:30.951" v="22" actId="1076"/>
      <pc:docMkLst>
        <pc:docMk/>
      </pc:docMkLst>
      <pc:sldChg chg="modSp">
        <pc:chgData name="Kiên Trần" userId="a7ea96e4718dd71a" providerId="Windows Live" clId="Web-{FAD8AB67-263C-4344-AB4B-B94FEBE65C53}" dt="2023-10-27T02:14:30.951" v="22" actId="1076"/>
        <pc:sldMkLst>
          <pc:docMk/>
          <pc:sldMk cId="0" sldId="257"/>
        </pc:sldMkLst>
        <pc:spChg chg="mod">
          <ac:chgData name="Kiên Trần" userId="a7ea96e4718dd71a" providerId="Windows Live" clId="Web-{FAD8AB67-263C-4344-AB4B-B94FEBE65C53}" dt="2023-10-27T02:14:18.700" v="0" actId="1076"/>
          <ac:spMkLst>
            <pc:docMk/>
            <pc:sldMk cId="0" sldId="257"/>
            <ac:spMk id="102" creationId="{00000000-0000-0000-0000-000000000000}"/>
          </ac:spMkLst>
        </pc:spChg>
        <pc:spChg chg="mod">
          <ac:chgData name="Kiên Trần" userId="a7ea96e4718dd71a" providerId="Windows Live" clId="Web-{FAD8AB67-263C-4344-AB4B-B94FEBE65C53}" dt="2023-10-27T02:14:18.716" v="1" actId="1076"/>
          <ac:spMkLst>
            <pc:docMk/>
            <pc:sldMk cId="0" sldId="257"/>
            <ac:spMk id="103" creationId="{00000000-0000-0000-0000-000000000000}"/>
          </ac:spMkLst>
        </pc:spChg>
        <pc:spChg chg="mod">
          <ac:chgData name="Kiên Trần" userId="a7ea96e4718dd71a" providerId="Windows Live" clId="Web-{FAD8AB67-263C-4344-AB4B-B94FEBE65C53}" dt="2023-10-27T02:14:18.716" v="2" actId="1076"/>
          <ac:spMkLst>
            <pc:docMk/>
            <pc:sldMk cId="0" sldId="257"/>
            <ac:spMk id="106" creationId="{00000000-0000-0000-0000-000000000000}"/>
          </ac:spMkLst>
        </pc:spChg>
        <pc:spChg chg="mod">
          <ac:chgData name="Kiên Trần" userId="a7ea96e4718dd71a" providerId="Windows Live" clId="Web-{FAD8AB67-263C-4344-AB4B-B94FEBE65C53}" dt="2023-10-27T02:14:30.951" v="22" actId="1076"/>
          <ac:spMkLst>
            <pc:docMk/>
            <pc:sldMk cId="0" sldId="257"/>
            <ac:spMk id="107" creationId="{00000000-0000-0000-0000-000000000000}"/>
          </ac:spMkLst>
        </pc:spChg>
        <pc:spChg chg="mod">
          <ac:chgData name="Kiên Trần" userId="a7ea96e4718dd71a" providerId="Windows Live" clId="Web-{FAD8AB67-263C-4344-AB4B-B94FEBE65C53}" dt="2023-10-27T02:14:18.732" v="3" actId="1076"/>
          <ac:spMkLst>
            <pc:docMk/>
            <pc:sldMk cId="0" sldId="257"/>
            <ac:spMk id="111" creationId="{00000000-0000-0000-0000-000000000000}"/>
          </ac:spMkLst>
        </pc:spChg>
        <pc:spChg chg="mod">
          <ac:chgData name="Kiên Trần" userId="a7ea96e4718dd71a" providerId="Windows Live" clId="Web-{FAD8AB67-263C-4344-AB4B-B94FEBE65C53}" dt="2023-10-27T02:14:18.747" v="4" actId="1076"/>
          <ac:spMkLst>
            <pc:docMk/>
            <pc:sldMk cId="0" sldId="257"/>
            <ac:spMk id="112" creationId="{00000000-0000-0000-0000-000000000000}"/>
          </ac:spMkLst>
        </pc:spChg>
        <pc:spChg chg="mod">
          <ac:chgData name="Kiên Trần" userId="a7ea96e4718dd71a" providerId="Windows Live" clId="Web-{FAD8AB67-263C-4344-AB4B-B94FEBE65C53}" dt="2023-10-27T02:14:18.747" v="5" actId="1076"/>
          <ac:spMkLst>
            <pc:docMk/>
            <pc:sldMk cId="0" sldId="257"/>
            <ac:spMk id="113" creationId="{00000000-0000-0000-0000-000000000000}"/>
          </ac:spMkLst>
        </pc:spChg>
        <pc:spChg chg="mod">
          <ac:chgData name="Kiên Trần" userId="a7ea96e4718dd71a" providerId="Windows Live" clId="Web-{FAD8AB67-263C-4344-AB4B-B94FEBE65C53}" dt="2023-10-27T02:14:23.919" v="20" actId="1076"/>
          <ac:spMkLst>
            <pc:docMk/>
            <pc:sldMk cId="0" sldId="257"/>
            <ac:spMk id="114" creationId="{00000000-0000-0000-0000-000000000000}"/>
          </ac:spMkLst>
        </pc:spChg>
        <pc:spChg chg="mod">
          <ac:chgData name="Kiên Trần" userId="a7ea96e4718dd71a" providerId="Windows Live" clId="Web-{FAD8AB67-263C-4344-AB4B-B94FEBE65C53}" dt="2023-10-27T02:14:18.763" v="6" actId="1076"/>
          <ac:spMkLst>
            <pc:docMk/>
            <pc:sldMk cId="0" sldId="257"/>
            <ac:spMk id="115" creationId="{00000000-0000-0000-0000-000000000000}"/>
          </ac:spMkLst>
        </pc:spChg>
        <pc:spChg chg="mod">
          <ac:chgData name="Kiên Trần" userId="a7ea96e4718dd71a" providerId="Windows Live" clId="Web-{FAD8AB67-263C-4344-AB4B-B94FEBE65C53}" dt="2023-10-27T02:14:18.763" v="7" actId="1076"/>
          <ac:spMkLst>
            <pc:docMk/>
            <pc:sldMk cId="0" sldId="257"/>
            <ac:spMk id="116" creationId="{00000000-0000-0000-0000-000000000000}"/>
          </ac:spMkLst>
        </pc:spChg>
        <pc:spChg chg="mod">
          <ac:chgData name="Kiên Trần" userId="a7ea96e4718dd71a" providerId="Windows Live" clId="Web-{FAD8AB67-263C-4344-AB4B-B94FEBE65C53}" dt="2023-10-27T02:14:18.778" v="8" actId="1076"/>
          <ac:spMkLst>
            <pc:docMk/>
            <pc:sldMk cId="0" sldId="257"/>
            <ac:spMk id="117" creationId="{00000000-0000-0000-0000-000000000000}"/>
          </ac:spMkLst>
        </pc:spChg>
        <pc:spChg chg="mod">
          <ac:chgData name="Kiên Trần" userId="a7ea96e4718dd71a" providerId="Windows Live" clId="Web-{FAD8AB67-263C-4344-AB4B-B94FEBE65C53}" dt="2023-10-27T02:14:18.794" v="9" actId="1076"/>
          <ac:spMkLst>
            <pc:docMk/>
            <pc:sldMk cId="0" sldId="257"/>
            <ac:spMk id="118" creationId="{00000000-0000-0000-0000-000000000000}"/>
          </ac:spMkLst>
        </pc:spChg>
        <pc:spChg chg="mod">
          <ac:chgData name="Kiên Trần" userId="a7ea96e4718dd71a" providerId="Windows Live" clId="Web-{FAD8AB67-263C-4344-AB4B-B94FEBE65C53}" dt="2023-10-27T02:14:18.794" v="10" actId="1076"/>
          <ac:spMkLst>
            <pc:docMk/>
            <pc:sldMk cId="0" sldId="257"/>
            <ac:spMk id="120" creationId="{00000000-0000-0000-0000-000000000000}"/>
          </ac:spMkLst>
        </pc:spChg>
        <pc:spChg chg="mod">
          <ac:chgData name="Kiên Trần" userId="a7ea96e4718dd71a" providerId="Windows Live" clId="Web-{FAD8AB67-263C-4344-AB4B-B94FEBE65C53}" dt="2023-10-27T02:14:18.810" v="11" actId="1076"/>
          <ac:spMkLst>
            <pc:docMk/>
            <pc:sldMk cId="0" sldId="257"/>
            <ac:spMk id="121" creationId="{00000000-0000-0000-0000-000000000000}"/>
          </ac:spMkLst>
        </pc:spChg>
        <pc:spChg chg="mod">
          <ac:chgData name="Kiên Trần" userId="a7ea96e4718dd71a" providerId="Windows Live" clId="Web-{FAD8AB67-263C-4344-AB4B-B94FEBE65C53}" dt="2023-10-27T02:14:18.810" v="12" actId="1076"/>
          <ac:spMkLst>
            <pc:docMk/>
            <pc:sldMk cId="0" sldId="257"/>
            <ac:spMk id="122" creationId="{00000000-0000-0000-0000-000000000000}"/>
          </ac:spMkLst>
        </pc:spChg>
        <pc:spChg chg="mod">
          <ac:chgData name="Kiên Trần" userId="a7ea96e4718dd71a" providerId="Windows Live" clId="Web-{FAD8AB67-263C-4344-AB4B-B94FEBE65C53}" dt="2023-10-27T02:14:18.825" v="13" actId="1076"/>
          <ac:spMkLst>
            <pc:docMk/>
            <pc:sldMk cId="0" sldId="257"/>
            <ac:spMk id="123" creationId="{00000000-0000-0000-0000-000000000000}"/>
          </ac:spMkLst>
        </pc:spChg>
        <pc:spChg chg="mod">
          <ac:chgData name="Kiên Trần" userId="a7ea96e4718dd71a" providerId="Windows Live" clId="Web-{FAD8AB67-263C-4344-AB4B-B94FEBE65C53}" dt="2023-10-27T02:14:18.841" v="14" actId="1076"/>
          <ac:spMkLst>
            <pc:docMk/>
            <pc:sldMk cId="0" sldId="257"/>
            <ac:spMk id="133" creationId="{00000000-0000-0000-0000-000000000000}"/>
          </ac:spMkLst>
        </pc:spChg>
        <pc:spChg chg="mod">
          <ac:chgData name="Kiên Trần" userId="a7ea96e4718dd71a" providerId="Windows Live" clId="Web-{FAD8AB67-263C-4344-AB4B-B94FEBE65C53}" dt="2023-10-27T02:14:18.841" v="15" actId="1076"/>
          <ac:spMkLst>
            <pc:docMk/>
            <pc:sldMk cId="0" sldId="257"/>
            <ac:spMk id="134" creationId="{00000000-0000-0000-0000-000000000000}"/>
          </ac:spMkLst>
        </pc:spChg>
        <pc:spChg chg="mod">
          <ac:chgData name="Kiên Trần" userId="a7ea96e4718dd71a" providerId="Windows Live" clId="Web-{FAD8AB67-263C-4344-AB4B-B94FEBE65C53}" dt="2023-10-27T02:14:18.857" v="16" actId="1076"/>
          <ac:spMkLst>
            <pc:docMk/>
            <pc:sldMk cId="0" sldId="257"/>
            <ac:spMk id="135" creationId="{00000000-0000-0000-0000-000000000000}"/>
          </ac:spMkLst>
        </pc:spChg>
        <pc:spChg chg="mod">
          <ac:chgData name="Kiên Trần" userId="a7ea96e4718dd71a" providerId="Windows Live" clId="Web-{FAD8AB67-263C-4344-AB4B-B94FEBE65C53}" dt="2023-10-27T02:14:18.857" v="17" actId="1076"/>
          <ac:spMkLst>
            <pc:docMk/>
            <pc:sldMk cId="0" sldId="257"/>
            <ac:spMk id="136" creationId="{00000000-0000-0000-0000-000000000000}"/>
          </ac:spMkLst>
        </pc:spChg>
        <pc:spChg chg="mod">
          <ac:chgData name="Kiên Trần" userId="a7ea96e4718dd71a" providerId="Windows Live" clId="Web-{FAD8AB67-263C-4344-AB4B-B94FEBE65C53}" dt="2023-10-27T02:14:18.872" v="18" actId="1076"/>
          <ac:spMkLst>
            <pc:docMk/>
            <pc:sldMk cId="0" sldId="257"/>
            <ac:spMk id="137" creationId="{00000000-0000-0000-0000-000000000000}"/>
          </ac:spMkLst>
        </pc:spChg>
      </pc:sldChg>
    </pc:docChg>
  </pc:docChgLst>
</pc:chgInfo>
</file>

<file path=ppt/comments/modernComment_12A_C09CA47A.xml><?xml version="1.0" encoding="utf-8"?>
<p188:cmLst xmlns:a="http://schemas.openxmlformats.org/drawingml/2006/main" xmlns:r="http://schemas.openxmlformats.org/officeDocument/2006/relationships" xmlns:p188="http://schemas.microsoft.com/office/powerpoint/2018/8/main">
  <p188:cm id="{DC562D7D-B9FA-410D-ADFB-9D9902136147}" authorId="{23AD2542-FE67-F9B2-3620-551BE4BD7D38}" created="2023-10-27T01:14:04.518">
    <pc:sldMkLst xmlns:pc="http://schemas.microsoft.com/office/powerpoint/2013/main/command">
      <pc:docMk/>
      <pc:sldMk cId="3231491194" sldId="298"/>
    </pc:sldMkLst>
    <p188:txBody>
      <a:bodyPr/>
      <a:lstStyle/>
      <a:p>
        <a:r>
          <a:rPr lang="en-US"/>
          <a:t>Gradient descent là tên của phương pháp tối ưu theo vòng lặp dựa trên gradient nhằm tìm nghiệm tối ưu cục bộ của một hàm khả vi. Gradient descent một phương pháp thường xuyên được sử dụng trong huấn luyện và cập nhật hệ số của mạng nơ ron.</a:t>
        </a:r>
      </a:p>
    </p188:txBody>
  </p188:cm>
</p188:cmLst>
</file>

<file path=ppt/comments/modernComment_12F_DCB27BA3.xml><?xml version="1.0" encoding="utf-8"?>
<p188:cmLst xmlns:a="http://schemas.openxmlformats.org/drawingml/2006/main" xmlns:r="http://schemas.openxmlformats.org/officeDocument/2006/relationships" xmlns:p188="http://schemas.microsoft.com/office/powerpoint/2018/8/main">
  <p188:cm id="{CA2D7913-6CDD-42FD-B84D-D6C6955579B9}" authorId="{23AD2542-FE67-F9B2-3620-551BE4BD7D38}" created="2023-10-27T00:21:08.201">
    <pc:sldMkLst xmlns:pc="http://schemas.microsoft.com/office/powerpoint/2013/main/command">
      <pc:docMk/>
      <pc:sldMk cId="3702684579" sldId="303"/>
    </pc:sldMkLst>
    <p188:txBody>
      <a:bodyPr/>
      <a:lstStyle/>
      <a:p>
        <a:r>
          <a:rPr lang="en-US"/>
          <a:t>giới thiệu các khái niệm từ lý thuyết xác suất đến các quy tắc tính xác suất</a:t>
        </a:r>
      </a:p>
    </p188:txBody>
  </p188:cm>
</p188:cmLst>
</file>

<file path=ppt/comments/modernComment_13A_A054BE93.xml><?xml version="1.0" encoding="utf-8"?>
<p188:cmLst xmlns:a="http://schemas.openxmlformats.org/drawingml/2006/main" xmlns:r="http://schemas.openxmlformats.org/officeDocument/2006/relationships" xmlns:p188="http://schemas.microsoft.com/office/powerpoint/2018/8/main">
  <p188:cm id="{0E380782-B87F-403E-B530-C71827605883}" authorId="{23AD2542-FE67-F9B2-3620-551BE4BD7D38}" created="2023-10-27T00:21:08.201">
    <pc:sldMkLst xmlns:pc="http://schemas.microsoft.com/office/powerpoint/2013/main/command">
      <pc:docMk/>
      <pc:sldMk cId="3702684579" sldId="303"/>
    </pc:sldMkLst>
    <p188:txBody>
      <a:bodyPr/>
      <a:lstStyle/>
      <a:p>
        <a:r>
          <a:rPr lang="en-US"/>
          <a:t>giới thiệu các khái niệm từ lý thuyết xác suất đến các quy tắc tính xác suất</a:t>
        </a:r>
      </a:p>
    </p188:txBody>
  </p188:cm>
  <p188:cm id="{41122B9E-5393-47D2-B1EE-C3E85BCC3B73}" authorId="{23AD2542-FE67-F9B2-3620-551BE4BD7D38}" created="2023-10-27T00:32:51.679">
    <pc:sldMkLst xmlns:pc="http://schemas.microsoft.com/office/powerpoint/2013/main/command">
      <pc:docMk/>
      <pc:sldMk cId="2489549775" sldId="308"/>
    </pc:sldMkLst>
    <p188:txBody>
      <a:bodyPr/>
      <a:lstStyle/>
      <a:p>
        <a:r>
          <a:rPr lang="en-US"/>
          <a:t>tìm hiểu về khái niệm phân bố xác suất, khái niệm này tạo thành cốt lõi cho nhiều phép tính thống kê. Chúng được sử dụng như các mô hình toán học để biểu diễn một số hiện tượng ngẫu nhiên và sau đó trả lời các câu hỏi thống kê về hiện tượng đó.</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EC77F518-31F2-4617-BF86-9FF50B6FCC0D}" authorId="{23AD2542-FE67-F9B2-3620-551BE4BD7D38}" created="2023-10-26T23:27:36.008">
    <pc:sldMkLst xmlns:pc="http://schemas.microsoft.com/office/powerpoint/2013/main/command">
      <pc:docMk/>
      <pc:sldMk cId="0" sldId="259"/>
    </pc:sldMkLst>
    <p188:txBody>
      <a:bodyPr/>
      <a:lstStyle/>
      <a:p>
        <a:r>
          <a:rPr lang="en-US"/>
          <a:t> tham số đo lường xu hướng tập trung của dữ liệu (mean, median và mode) và phân tán (độ lệch chuẩn và phương sai). Sau đó, bạn sẽ học cách đánh giá mối quan hệ giữa các biến.</a:t>
        </a:r>
      </a:p>
    </p188:txBody>
  </p188:cm>
</p188:cmLst>
</file>

<file path=ppt/comments/modernComment_130_7652C14F.xml><?xml version="1.0" encoding="utf-8"?>
<p188:cmLst xmlns:a="http://schemas.openxmlformats.org/drawingml/2006/main" xmlns:r="http://schemas.openxmlformats.org/officeDocument/2006/relationships" xmlns:p188="http://schemas.microsoft.com/office/powerpoint/2018/8/main">
  <p188:cm id="{6E18F5BD-DBBE-46A6-BD81-74429C7C35BF}" authorId="{23AD2542-FE67-F9B2-3620-551BE4BD7D38}" created="2023-10-26T23:27:36.008">
    <pc:sldMkLst xmlns:pc="http://schemas.microsoft.com/office/powerpoint/2013/main/command">
      <pc:docMk/>
      <pc:sldMk cId="0" sldId="259"/>
    </pc:sldMkLst>
    <p188:txBody>
      <a:bodyPr/>
      <a:lstStyle/>
      <a:p>
        <a:r>
          <a:rPr lang="en-US"/>
          <a:t> tham số đo lường xu hướng tập trung của dữ liệu (mean, median và mode) và phân tán (độ lệch chuẩn và phương sai). Sau đó, bạn sẽ học cách đánh giá mối quan hệ giữa các biến.</a:t>
        </a:r>
      </a:p>
    </p188:txBody>
  </p188:cm>
  <p188:cm id="{AAAA9157-27CB-42CF-85C0-599D66F3040C}" authorId="{23AD2542-FE67-F9B2-3620-551BE4BD7D38}" created="2023-10-26T23:45:19.757">
    <pc:sldMkLst xmlns:pc="http://schemas.microsoft.com/office/powerpoint/2013/main/command">
      <pc:docMk/>
      <pc:sldMk cId="1985134927" sldId="304"/>
    </pc:sldMkLst>
    <p188:txBody>
      <a:bodyPr/>
      <a:lstStyle/>
      <a:p>
        <a:r>
          <a:rPr lang="en-US"/>
          <a:t>kiến thức cơ bản về xác suất để xử lý các số liệu nhằm tìm ra các đặc trưng cơ bản của dữ liệu.</a:t>
        </a:r>
      </a:p>
    </p188:txBody>
  </p188:cm>
</p188:cmLst>
</file>

<file path=ppt/comments/modernComment_131_F9C1EACC.xml><?xml version="1.0" encoding="utf-8"?>
<p188:cmLst xmlns:a="http://schemas.openxmlformats.org/drawingml/2006/main" xmlns:r="http://schemas.openxmlformats.org/officeDocument/2006/relationships" xmlns:p188="http://schemas.microsoft.com/office/powerpoint/2018/8/main">
  <p188:cm id="{93D30B86-33F8-4748-BF2C-FA41A6714148}" authorId="{23AD2542-FE67-F9B2-3620-551BE4BD7D38}" created="2023-10-26T23:27:36.008">
    <pc:sldMkLst xmlns:pc="http://schemas.microsoft.com/office/powerpoint/2013/main/command">
      <pc:docMk/>
      <pc:sldMk cId="0" sldId="259"/>
    </pc:sldMkLst>
    <p188:txBody>
      <a:bodyPr/>
      <a:lstStyle/>
      <a:p>
        <a:r>
          <a:rPr lang="en-US"/>
          <a:t> tham số đo lường xu hướng tập trung của dữ liệu (mean, median và mode) và phân tán (độ lệch chuẩn và phương sai). Sau đó, bạn sẽ học cách đánh giá mối quan hệ giữa các biến.</a:t>
        </a:r>
      </a:p>
    </p188:txBody>
  </p188:cm>
  <p188:cm id="{87047F88-5390-4504-8082-BC533F1A392F}" authorId="{23AD2542-FE67-F9B2-3620-551BE4BD7D38}" created="2023-10-26T23:45:19.757">
    <pc:sldMkLst xmlns:pc="http://schemas.microsoft.com/office/powerpoint/2013/main/command">
      <pc:docMk/>
      <pc:sldMk cId="1985134927" sldId="304"/>
    </pc:sldMkLst>
    <p188:txBody>
      <a:bodyPr/>
      <a:lstStyle/>
      <a:p>
        <a:r>
          <a:rPr lang="en-US"/>
          <a:t>kiến thức cơ bản về xác suất để xử lý các số liệu nhằm tìm ra các đặc trưng cơ bản của dữ liệu.</a:t>
        </a:r>
      </a:p>
    </p188:txBody>
  </p188:cm>
</p188:cmLst>
</file>

<file path=ppt/comments/modernComment_132_75B4DC78.xml><?xml version="1.0" encoding="utf-8"?>
<p188:cmLst xmlns:a="http://schemas.openxmlformats.org/drawingml/2006/main" xmlns:r="http://schemas.openxmlformats.org/officeDocument/2006/relationships" xmlns:p188="http://schemas.microsoft.com/office/powerpoint/2018/8/main">
  <p188:cm id="{24737925-1AF8-45C8-ADE7-9668BA2A6505}" authorId="{23AD2542-FE67-F9B2-3620-551BE4BD7D38}" created="2023-10-26T23:27:36.008">
    <pc:sldMkLst xmlns:pc="http://schemas.microsoft.com/office/powerpoint/2013/main/command">
      <pc:docMk/>
      <pc:sldMk cId="0" sldId="259"/>
    </pc:sldMkLst>
    <p188:txBody>
      <a:bodyPr/>
      <a:lstStyle/>
      <a:p>
        <a:r>
          <a:rPr lang="en-US"/>
          <a:t> tham số đo lường xu hướng tập trung của dữ liệu (mean, median và mode) và phân tán (độ lệch chuẩn và phương sai). Sau đó, bạn sẽ học cách đánh giá mối quan hệ giữa các biến.</a:t>
        </a:r>
      </a:p>
    </p188:txBody>
  </p188:cm>
  <p188:cm id="{B2829ED8-C9D5-4D9A-87FD-2314F11F5DF6}" authorId="{23AD2542-FE67-F9B2-3620-551BE4BD7D38}" created="2023-10-26T23:45:19.757">
    <pc:sldMkLst xmlns:pc="http://schemas.microsoft.com/office/powerpoint/2013/main/command">
      <pc:docMk/>
      <pc:sldMk cId="1985134927" sldId="304"/>
    </pc:sldMkLst>
    <p188:txBody>
      <a:bodyPr/>
      <a:lstStyle/>
      <a:p>
        <a:r>
          <a:rPr lang="en-US"/>
          <a:t>kiến thức cơ bản về xác suất để xử lý các số liệu nhằm tìm ra các đặc trưng cơ bản của dữ liệu.</a:t>
        </a:r>
      </a:p>
    </p188:txBody>
  </p188:cm>
  <p188:cm id="{9369274E-97AB-4219-85CD-4D273AA20FE8}" authorId="{23AD2542-FE67-F9B2-3620-551BE4BD7D38}" created="2023-10-27T00:06:24.372">
    <ac:deMkLst xmlns:ac="http://schemas.microsoft.com/office/drawing/2013/main/command">
      <pc:docMk xmlns:pc="http://schemas.microsoft.com/office/powerpoint/2013/main/command"/>
      <pc:sldMk xmlns:pc="http://schemas.microsoft.com/office/powerpoint/2013/main/command" cId="1974787192" sldId="306"/>
      <ac:picMk id="11" creationId="{7ADA24DB-F501-5214-F201-8EAFB2475AE3}"/>
    </ac:deMkLst>
    <p188:txBody>
      <a:bodyPr/>
      <a:lstStyle/>
      <a:p>
        <a:r>
          <a:rPr lang="en-US"/>
          <a:t>giới thiệu các tham số đo lường xu hướng tập trung của dữ liệu (mean, median và mode) và độ phân tán (như biên, khoảng tứ phân vị, phương sai và độ lệch chuẩn), cách hiểu chúng; giải thích cách bạn có thể tính toán chúng</a:t>
        </a:r>
      </a:p>
    </p188:txBody>
  </p188:cm>
</p188:cmLst>
</file>

<file path=ppt/comments/modernComment_134_946383CF.xml><?xml version="1.0" encoding="utf-8"?>
<p188:cmLst xmlns:a="http://schemas.openxmlformats.org/drawingml/2006/main" xmlns:r="http://schemas.openxmlformats.org/officeDocument/2006/relationships" xmlns:p188="http://schemas.microsoft.com/office/powerpoint/2018/8/main">
  <p188:cm id="{498AEE4D-DE6C-422C-9DF0-6ACC10C23E1D}" authorId="{23AD2542-FE67-F9B2-3620-551BE4BD7D38}" created="2023-10-27T00:21:08.201">
    <pc:sldMkLst xmlns:pc="http://schemas.microsoft.com/office/powerpoint/2013/main/command">
      <pc:docMk/>
      <pc:sldMk cId="3702684579" sldId="303"/>
    </pc:sldMkLst>
    <p188:txBody>
      <a:bodyPr/>
      <a:lstStyle/>
      <a:p>
        <a:r>
          <a:rPr lang="en-US"/>
          <a:t>giới thiệu các khái niệm từ lý thuyết xác suất đến các quy tắc tính xác suất</a:t>
        </a:r>
      </a:p>
    </p188:txBody>
  </p188:cm>
  <p188:cm id="{E423640D-AC7F-41A7-A3A4-821D0176E2F5}" authorId="{23AD2542-FE67-F9B2-3620-551BE4BD7D38}" created="2023-10-27T00:32:51.679">
    <pc:sldMkLst xmlns:pc="http://schemas.microsoft.com/office/powerpoint/2013/main/command">
      <pc:docMk/>
      <pc:sldMk cId="2489549775" sldId="308"/>
    </pc:sldMkLst>
    <p188:txBody>
      <a:bodyPr/>
      <a:lstStyle/>
      <a:p>
        <a:r>
          <a:rPr lang="en-US"/>
          <a:t>tìm hiểu về khái niệm phân bố xác suất, khái niệm này tạo thành cốt lõi cho nhiều phép tính thống kê. Chúng được sử dụng như các mô hình toán học để biểu diễn một số hiện tượng ngẫu nhiên và sau đó trả lời các câu hỏi thống kê về hiện tượng đó.</a:t>
        </a:r>
      </a:p>
    </p188:txBody>
  </p188:cm>
</p188:cmLst>
</file>

<file path=ppt/comments/modernComment_135_9A7D2CEF.xml><?xml version="1.0" encoding="utf-8"?>
<p188:cmLst xmlns:a="http://schemas.openxmlformats.org/drawingml/2006/main" xmlns:r="http://schemas.openxmlformats.org/officeDocument/2006/relationships" xmlns:p188="http://schemas.microsoft.com/office/powerpoint/2018/8/main">
  <p188:cm id="{31EEDF3E-0341-4CA8-9B9D-9AB0F486A084}" authorId="{23AD2542-FE67-F9B2-3620-551BE4BD7D38}" created="2023-10-27T00:21:08.201">
    <pc:sldMkLst xmlns:pc="http://schemas.microsoft.com/office/powerpoint/2013/main/command">
      <pc:docMk/>
      <pc:sldMk cId="3702684579" sldId="303"/>
    </pc:sldMkLst>
    <p188:txBody>
      <a:bodyPr/>
      <a:lstStyle/>
      <a:p>
        <a:r>
          <a:rPr lang="en-US"/>
          <a:t>giới thiệu các khái niệm từ lý thuyết xác suất đến các quy tắc tính xác suất</a:t>
        </a:r>
      </a:p>
    </p188:txBody>
  </p188:cm>
  <p188:cm id="{8546DF65-1C85-4A2E-943A-79422615047F}" authorId="{23AD2542-FE67-F9B2-3620-551BE4BD7D38}" created="2023-10-27T00:32:51.679">
    <pc:sldMkLst xmlns:pc="http://schemas.microsoft.com/office/powerpoint/2013/main/command">
      <pc:docMk/>
      <pc:sldMk cId="2489549775" sldId="308"/>
    </pc:sldMkLst>
    <p188:txBody>
      <a:bodyPr/>
      <a:lstStyle/>
      <a:p>
        <a:r>
          <a:rPr lang="en-US"/>
          <a:t>tìm hiểu về khái niệm phân bố xác suất, khái niệm này tạo thành cốt lõi cho nhiều phép tính thống kê. Chúng được sử dụng như các mô hình toán học để biểu diễn một số hiện tượng ngẫu nhiên và sau đó trả lời các câu hỏi thống kê về hiện tượng đó.</a:t>
        </a:r>
      </a:p>
    </p188:txBody>
  </p188:cm>
</p188:cmLst>
</file>

<file path=ppt/comments/modernComment_136_2AE3D99E.xml><?xml version="1.0" encoding="utf-8"?>
<p188:cmLst xmlns:a="http://schemas.openxmlformats.org/drawingml/2006/main" xmlns:r="http://schemas.openxmlformats.org/officeDocument/2006/relationships" xmlns:p188="http://schemas.microsoft.com/office/powerpoint/2018/8/main">
  <p188:cm id="{809F73A0-125B-408A-8F9A-2447BD86D96E}" authorId="{23AD2542-FE67-F9B2-3620-551BE4BD7D38}" created="2023-10-27T00:21:08.201">
    <pc:sldMkLst xmlns:pc="http://schemas.microsoft.com/office/powerpoint/2013/main/command">
      <pc:docMk/>
      <pc:sldMk cId="3702684579" sldId="303"/>
    </pc:sldMkLst>
    <p188:txBody>
      <a:bodyPr/>
      <a:lstStyle/>
      <a:p>
        <a:r>
          <a:rPr lang="en-US"/>
          <a:t>giới thiệu các khái niệm từ lý thuyết xác suất đến các quy tắc tính xác suất</a:t>
        </a:r>
      </a:p>
    </p188:txBody>
  </p188:cm>
  <p188:cm id="{DA77A5E6-505A-431C-B46D-4674C03BF592}" authorId="{23AD2542-FE67-F9B2-3620-551BE4BD7D38}" created="2023-10-27T00:32:51.679">
    <pc:sldMkLst xmlns:pc="http://schemas.microsoft.com/office/powerpoint/2013/main/command">
      <pc:docMk/>
      <pc:sldMk cId="2489549775" sldId="308"/>
    </pc:sldMkLst>
    <p188:txBody>
      <a:bodyPr/>
      <a:lstStyle/>
      <a:p>
        <a:r>
          <a:rPr lang="en-US"/>
          <a:t>tìm hiểu về khái niệm phân bố xác suất, khái niệm này tạo thành cốt lõi cho nhiều phép tính thống kê. Chúng được sử dụng như các mô hình toán học để biểu diễn một số hiện tượng ngẫu nhiên và sau đó trả lời các câu hỏi thống kê về hiện tượng đó.</a:t>
        </a:r>
      </a:p>
    </p188:txBody>
  </p188:cm>
</p188:cmLst>
</file>

<file path=ppt/comments/modernComment_139_2CB9D8F3.xml><?xml version="1.0" encoding="utf-8"?>
<p188:cmLst xmlns:a="http://schemas.openxmlformats.org/drawingml/2006/main" xmlns:r="http://schemas.openxmlformats.org/officeDocument/2006/relationships" xmlns:p188="http://schemas.microsoft.com/office/powerpoint/2018/8/main">
  <p188:cm id="{39BAE6B9-D29A-463D-A494-CC72483FE74B}" authorId="{23AD2542-FE67-F9B2-3620-551BE4BD7D38}" created="2023-10-26T23:27:36.008">
    <pc:sldMkLst xmlns:pc="http://schemas.microsoft.com/office/powerpoint/2013/main/command">
      <pc:docMk/>
      <pc:sldMk cId="0" sldId="259"/>
    </pc:sldMkLst>
    <p188:txBody>
      <a:bodyPr/>
      <a:lstStyle/>
      <a:p>
        <a:r>
          <a:rPr lang="en-US"/>
          <a:t> tham số đo lường xu hướng tập trung của dữ liệu (mean, median và mode) và phân tán (độ lệch chuẩn và phương sai). Sau đó, bạn sẽ học cách đánh giá mối quan hệ giữa các biến.</a:t>
        </a:r>
      </a:p>
    </p188:txBody>
  </p188:cm>
  <p188:cm id="{73B20DD2-8CF3-49DB-82E3-50A3F53AC0FE}" authorId="{23AD2542-FE67-F9B2-3620-551BE4BD7D38}" created="2023-10-26T23:45:19.757">
    <pc:sldMkLst xmlns:pc="http://schemas.microsoft.com/office/powerpoint/2013/main/command">
      <pc:docMk/>
      <pc:sldMk cId="1985134927" sldId="304"/>
    </pc:sldMkLst>
    <p188:txBody>
      <a:bodyPr/>
      <a:lstStyle/>
      <a:p>
        <a:r>
          <a:rPr lang="en-US"/>
          <a:t>kiến thức cơ bản về xác suất để xử lý các số liệu nhằm tìm ra các đặc trưng cơ bản của dữ liệu.</a:t>
        </a:r>
      </a:p>
    </p188:txBody>
  </p188:cm>
  <p188:cm id="{BCFDA94B-0115-48B4-A02D-27A3338F8276}" authorId="{23AD2542-FE67-F9B2-3620-551BE4BD7D38}" created="2023-10-27T00:06:24.372">
    <ac:deMkLst xmlns:ac="http://schemas.microsoft.com/office/drawing/2013/main/command">
      <pc:docMk xmlns:pc="http://schemas.microsoft.com/office/powerpoint/2013/main/command"/>
      <pc:sldMk xmlns:pc="http://schemas.microsoft.com/office/powerpoint/2013/main/command" cId="1974787192" sldId="306"/>
      <ac:picMk id="11" creationId="{7ADA24DB-F501-5214-F201-8EAFB2475AE3}"/>
    </ac:deMkLst>
    <p188:txBody>
      <a:bodyPr/>
      <a:lstStyle/>
      <a:p>
        <a:r>
          <a:rPr lang="en-US"/>
          <a:t>giới thiệu các tham số đo lường xu hướng tập trung của dữ liệu (mean, median và mode) và độ phân tán (như biên, khoảng tứ phân vị, phương sai và độ lệch chuẩn), cách hiểu chúng; giải thích cách bạn có thể tính toán chúng</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1f08438f30f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1f08438f30f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3914210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1757160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2123681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3775825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3997847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2945684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19638653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37163205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3351606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18007935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3852888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4667008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475296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26603912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13fe728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1f13fe7286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US"/>
              <a:t>Fresh or Converted Domain Resources: thưởng tuyển fresher hặc chuyển từ các domain khác qua bắt đầu nghiên cứu mới, thiếu kiến thức AI và kinh nghiệm thực tiễn, </a:t>
            </a:r>
            <a:r>
              <a:rPr lang="en-US">
                <a:solidFill>
                  <a:schemeClr val="dk1"/>
                </a:solidFill>
              </a:rPr>
              <a:t>hoạt động nghiên cứu không theo lộ trình, không được hệ thống hóa, nghiên cứu dàn trải, tốn nhiều thời gian, dễ đi lan man.</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Intro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Challenges 3p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Advantages 5p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Knowledge domain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Demo:</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Access Control: 2p</a:t>
            </a: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a:solidFill>
                  <a:schemeClr val="dk1"/>
                </a:solidFill>
              </a:rPr>
              <a:t>Giơi</a:t>
            </a:r>
            <a:endParaRPr>
              <a:solidFill>
                <a:schemeClr val="dk1"/>
              </a:solidFill>
            </a:endParaRPr>
          </a:p>
        </p:txBody>
      </p:sp>
    </p:spTree>
    <p:extLst>
      <p:ext uri="{BB962C8B-B14F-4D97-AF65-F5344CB8AC3E}">
        <p14:creationId xmlns:p14="http://schemas.microsoft.com/office/powerpoint/2010/main" val="18833828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5b1d63dbe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1f5b1d63dbe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Diverse requirements from PoC, Trial, and Production Project: đã trải qua nhiều bài toán đa dạng của các nội bộ công ty và các khách hàng trong nước cũng như quốc tế.</a:t>
            </a:r>
            <a:endParaRPr/>
          </a:p>
          <a:p>
            <a:pPr marL="0" lvl="0" indent="0" algn="l" rtl="0">
              <a:lnSpc>
                <a:spcPct val="100000"/>
              </a:lnSpc>
              <a:spcBef>
                <a:spcPts val="0"/>
              </a:spcBef>
              <a:spcAft>
                <a:spcPts val="0"/>
              </a:spcAft>
              <a:buSzPts val="1100"/>
              <a:buNone/>
            </a:pPr>
            <a:r>
              <a:rPr lang="en-US"/>
              <a:t>Performance Optimization: kinh nghiệm tối ưu hóa về tốc độ và độ chính xác</a:t>
            </a:r>
            <a:endParaRPr/>
          </a:p>
          <a:p>
            <a:pPr marL="0" lvl="0" indent="0" algn="l" rtl="0">
              <a:lnSpc>
                <a:spcPct val="100000"/>
              </a:lnSpc>
              <a:spcBef>
                <a:spcPts val="0"/>
              </a:spcBef>
              <a:spcAft>
                <a:spcPts val="0"/>
              </a:spcAft>
              <a:buClr>
                <a:srgbClr val="000000"/>
              </a:buClr>
              <a:buSzPts val="1100"/>
              <a:buFont typeface="Arial"/>
              <a:buNone/>
            </a:pPr>
            <a:r>
              <a:rPr lang="en-US"/>
              <a:t>Experience in applying AI in many fields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5b1d63dbe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1f5b1d63dbe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Diverse requirements from PoC, Trial, and Production Project: đã trải qua nhiều bài toán đa dạng của các nội bộ công ty và các khách hàng trong nước cũng như quốc tế.</a:t>
            </a:r>
            <a:endParaRPr/>
          </a:p>
          <a:p>
            <a:pPr marL="0" lvl="0" indent="0" algn="l" rtl="0">
              <a:lnSpc>
                <a:spcPct val="100000"/>
              </a:lnSpc>
              <a:spcBef>
                <a:spcPts val="0"/>
              </a:spcBef>
              <a:spcAft>
                <a:spcPts val="0"/>
              </a:spcAft>
              <a:buSzPts val="1100"/>
              <a:buNone/>
            </a:pPr>
            <a:r>
              <a:rPr lang="en-US"/>
              <a:t>Performance Optimization: kinh nghiệm tối ưu hóa về tốc độ và độ chính xác</a:t>
            </a:r>
            <a:endParaRPr/>
          </a:p>
          <a:p>
            <a:pPr marL="0" lvl="0" indent="0" algn="l" rtl="0">
              <a:lnSpc>
                <a:spcPct val="100000"/>
              </a:lnSpc>
              <a:spcBef>
                <a:spcPts val="0"/>
              </a:spcBef>
              <a:spcAft>
                <a:spcPts val="0"/>
              </a:spcAft>
              <a:buClr>
                <a:srgbClr val="000000"/>
              </a:buClr>
              <a:buSzPts val="1100"/>
              <a:buFont typeface="Arial"/>
              <a:buNone/>
            </a:pPr>
            <a:r>
              <a:rPr lang="en-US"/>
              <a:t>Experience in applying AI in many fields</a:t>
            </a:r>
            <a:endParaRPr/>
          </a:p>
        </p:txBody>
      </p:sp>
    </p:spTree>
    <p:extLst>
      <p:ext uri="{BB962C8B-B14F-4D97-AF65-F5344CB8AC3E}">
        <p14:creationId xmlns:p14="http://schemas.microsoft.com/office/powerpoint/2010/main" val="1960436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5b1d63dbe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1f5b1d63dbe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Diverse requirements from PoC, Trial, and Production Project: đã trải qua nhiều bài toán đa dạng của các nội bộ công ty và các khách hàng trong nước cũng như quốc tế.</a:t>
            </a:r>
            <a:endParaRPr/>
          </a:p>
          <a:p>
            <a:pPr marL="0" lvl="0" indent="0" algn="l" rtl="0">
              <a:lnSpc>
                <a:spcPct val="100000"/>
              </a:lnSpc>
              <a:spcBef>
                <a:spcPts val="0"/>
              </a:spcBef>
              <a:spcAft>
                <a:spcPts val="0"/>
              </a:spcAft>
              <a:buSzPts val="1100"/>
              <a:buNone/>
            </a:pPr>
            <a:r>
              <a:rPr lang="en-US"/>
              <a:t>Performance Optimization: kinh nghiệm tối ưu hóa về tốc độ và độ chính xác</a:t>
            </a:r>
            <a:endParaRPr/>
          </a:p>
          <a:p>
            <a:pPr marL="0" lvl="0" indent="0" algn="l" rtl="0">
              <a:lnSpc>
                <a:spcPct val="100000"/>
              </a:lnSpc>
              <a:spcBef>
                <a:spcPts val="0"/>
              </a:spcBef>
              <a:spcAft>
                <a:spcPts val="0"/>
              </a:spcAft>
              <a:buClr>
                <a:srgbClr val="000000"/>
              </a:buClr>
              <a:buSzPts val="1100"/>
              <a:buFont typeface="Arial"/>
              <a:buNone/>
            </a:pPr>
            <a:r>
              <a:rPr lang="en-US"/>
              <a:t>Experience in applying AI in many fields</a:t>
            </a:r>
            <a:endParaRPr/>
          </a:p>
        </p:txBody>
      </p:sp>
    </p:spTree>
    <p:extLst>
      <p:ext uri="{BB962C8B-B14F-4D97-AF65-F5344CB8AC3E}">
        <p14:creationId xmlns:p14="http://schemas.microsoft.com/office/powerpoint/2010/main" val="25712401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5b1d63dbe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1f5b1d63dbe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Diverse requirements from PoC, Trial, and Production Project: đã trải qua nhiều bài toán đa dạng của các nội bộ công ty và các khách hàng trong nước cũng như quốc tế.</a:t>
            </a:r>
            <a:endParaRPr/>
          </a:p>
          <a:p>
            <a:pPr marL="0" lvl="0" indent="0" algn="l" rtl="0">
              <a:lnSpc>
                <a:spcPct val="100000"/>
              </a:lnSpc>
              <a:spcBef>
                <a:spcPts val="0"/>
              </a:spcBef>
              <a:spcAft>
                <a:spcPts val="0"/>
              </a:spcAft>
              <a:buSzPts val="1100"/>
              <a:buNone/>
            </a:pPr>
            <a:r>
              <a:rPr lang="en-US"/>
              <a:t>Performance Optimization: kinh nghiệm tối ưu hóa về tốc độ và độ chính xác</a:t>
            </a:r>
            <a:endParaRPr/>
          </a:p>
          <a:p>
            <a:pPr marL="0" lvl="0" indent="0" algn="l" rtl="0">
              <a:lnSpc>
                <a:spcPct val="100000"/>
              </a:lnSpc>
              <a:spcBef>
                <a:spcPts val="0"/>
              </a:spcBef>
              <a:spcAft>
                <a:spcPts val="0"/>
              </a:spcAft>
              <a:buClr>
                <a:srgbClr val="000000"/>
              </a:buClr>
              <a:buSzPts val="1100"/>
              <a:buFont typeface="Arial"/>
              <a:buNone/>
            </a:pPr>
            <a:r>
              <a:rPr lang="en-US"/>
              <a:t>Experience in applying AI in many fields</a:t>
            </a:r>
            <a:endParaRPr/>
          </a:p>
        </p:txBody>
      </p:sp>
    </p:spTree>
    <p:extLst>
      <p:ext uri="{BB962C8B-B14F-4D97-AF65-F5344CB8AC3E}">
        <p14:creationId xmlns:p14="http://schemas.microsoft.com/office/powerpoint/2010/main" val="42469488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5b1d63dbe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1f5b1d63dbe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Diverse requirements from PoC, Trial, and Production Project: đã trải qua nhiều bài toán đa dạng của các nội bộ công ty và các khách hàng trong nước cũng như quốc tế.</a:t>
            </a:r>
            <a:endParaRPr/>
          </a:p>
          <a:p>
            <a:pPr marL="0" lvl="0" indent="0" algn="l" rtl="0">
              <a:lnSpc>
                <a:spcPct val="100000"/>
              </a:lnSpc>
              <a:spcBef>
                <a:spcPts val="0"/>
              </a:spcBef>
              <a:spcAft>
                <a:spcPts val="0"/>
              </a:spcAft>
              <a:buSzPts val="1100"/>
              <a:buNone/>
            </a:pPr>
            <a:r>
              <a:rPr lang="en-US"/>
              <a:t>Performance Optimization: kinh nghiệm tối ưu hóa về tốc độ và độ chính xác</a:t>
            </a:r>
            <a:endParaRPr/>
          </a:p>
          <a:p>
            <a:pPr marL="0" lvl="0" indent="0" algn="l" rtl="0">
              <a:lnSpc>
                <a:spcPct val="100000"/>
              </a:lnSpc>
              <a:spcBef>
                <a:spcPts val="0"/>
              </a:spcBef>
              <a:spcAft>
                <a:spcPts val="0"/>
              </a:spcAft>
              <a:buClr>
                <a:srgbClr val="000000"/>
              </a:buClr>
              <a:buSzPts val="1100"/>
              <a:buFont typeface="Arial"/>
              <a:buNone/>
            </a:pPr>
            <a:r>
              <a:rPr lang="en-US"/>
              <a:t>Experience in applying AI in many fields</a:t>
            </a:r>
            <a:endParaRPr/>
          </a:p>
        </p:txBody>
      </p:sp>
    </p:spTree>
    <p:extLst>
      <p:ext uri="{BB962C8B-B14F-4D97-AF65-F5344CB8AC3E}">
        <p14:creationId xmlns:p14="http://schemas.microsoft.com/office/powerpoint/2010/main" val="10485449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5b1d63dbe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1f5b1d63dbe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Diverse requirements from PoC, Trial, and Production Project: đã trải qua nhiều bài toán đa dạng của các nội bộ công ty và các khách hàng trong nước cũng như quốc tế.</a:t>
            </a:r>
            <a:endParaRPr/>
          </a:p>
          <a:p>
            <a:pPr marL="0" lvl="0" indent="0" algn="l" rtl="0">
              <a:lnSpc>
                <a:spcPct val="100000"/>
              </a:lnSpc>
              <a:spcBef>
                <a:spcPts val="0"/>
              </a:spcBef>
              <a:spcAft>
                <a:spcPts val="0"/>
              </a:spcAft>
              <a:buSzPts val="1100"/>
              <a:buNone/>
            </a:pPr>
            <a:r>
              <a:rPr lang="en-US"/>
              <a:t>Performance Optimization: kinh nghiệm tối ưu hóa về tốc độ và độ chính xác</a:t>
            </a:r>
            <a:endParaRPr/>
          </a:p>
          <a:p>
            <a:pPr marL="0" lvl="0" indent="0" algn="l" rtl="0">
              <a:lnSpc>
                <a:spcPct val="100000"/>
              </a:lnSpc>
              <a:spcBef>
                <a:spcPts val="0"/>
              </a:spcBef>
              <a:spcAft>
                <a:spcPts val="0"/>
              </a:spcAft>
              <a:buClr>
                <a:srgbClr val="000000"/>
              </a:buClr>
              <a:buSzPts val="1100"/>
              <a:buFont typeface="Arial"/>
              <a:buNone/>
            </a:pPr>
            <a:r>
              <a:rPr lang="en-US"/>
              <a:t>Experience in applying AI in many fields</a:t>
            </a:r>
            <a:endParaRPr/>
          </a:p>
        </p:txBody>
      </p:sp>
    </p:spTree>
    <p:extLst>
      <p:ext uri="{BB962C8B-B14F-4D97-AF65-F5344CB8AC3E}">
        <p14:creationId xmlns:p14="http://schemas.microsoft.com/office/powerpoint/2010/main" val="31199627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5b1d63dbe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1f5b1d63dbe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Diverse requirements from PoC, Trial, and Production Project: đã trải qua nhiều bài toán đa dạng của các nội bộ công ty và các khách hàng trong nước cũng như quốc tế.</a:t>
            </a:r>
            <a:endParaRPr/>
          </a:p>
          <a:p>
            <a:pPr marL="0" lvl="0" indent="0" algn="l" rtl="0">
              <a:lnSpc>
                <a:spcPct val="100000"/>
              </a:lnSpc>
              <a:spcBef>
                <a:spcPts val="0"/>
              </a:spcBef>
              <a:spcAft>
                <a:spcPts val="0"/>
              </a:spcAft>
              <a:buSzPts val="1100"/>
              <a:buNone/>
            </a:pPr>
            <a:r>
              <a:rPr lang="en-US"/>
              <a:t>Performance Optimization: kinh nghiệm tối ưu hóa về tốc độ và độ chính xác</a:t>
            </a:r>
            <a:endParaRPr/>
          </a:p>
          <a:p>
            <a:pPr marL="0" lvl="0" indent="0" algn="l" rtl="0">
              <a:lnSpc>
                <a:spcPct val="100000"/>
              </a:lnSpc>
              <a:spcBef>
                <a:spcPts val="0"/>
              </a:spcBef>
              <a:spcAft>
                <a:spcPts val="0"/>
              </a:spcAft>
              <a:buClr>
                <a:srgbClr val="000000"/>
              </a:buClr>
              <a:buSzPts val="1100"/>
              <a:buFont typeface="Arial"/>
              <a:buNone/>
            </a:pPr>
            <a:r>
              <a:rPr lang="en-US"/>
              <a:t>Experience in applying AI in many fields</a:t>
            </a:r>
            <a:endParaRPr/>
          </a:p>
        </p:txBody>
      </p:sp>
    </p:spTree>
    <p:extLst>
      <p:ext uri="{BB962C8B-B14F-4D97-AF65-F5344CB8AC3E}">
        <p14:creationId xmlns:p14="http://schemas.microsoft.com/office/powerpoint/2010/main" val="40639736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5b1d63dbe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1f5b1d63dbe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Diverse requirements from PoC, Trial, and Production Project: đã trải qua nhiều bài toán đa dạng của các nội bộ công ty và các khách hàng trong nước cũng như quốc tế.</a:t>
            </a:r>
            <a:endParaRPr/>
          </a:p>
          <a:p>
            <a:pPr marL="0" lvl="0" indent="0" algn="l" rtl="0">
              <a:lnSpc>
                <a:spcPct val="100000"/>
              </a:lnSpc>
              <a:spcBef>
                <a:spcPts val="0"/>
              </a:spcBef>
              <a:spcAft>
                <a:spcPts val="0"/>
              </a:spcAft>
              <a:buSzPts val="1100"/>
              <a:buNone/>
            </a:pPr>
            <a:r>
              <a:rPr lang="en-US"/>
              <a:t>Performance Optimization: kinh nghiệm tối ưu hóa về tốc độ và độ chính xác</a:t>
            </a:r>
            <a:endParaRPr/>
          </a:p>
          <a:p>
            <a:pPr marL="0" lvl="0" indent="0" algn="l" rtl="0">
              <a:lnSpc>
                <a:spcPct val="100000"/>
              </a:lnSpc>
              <a:spcBef>
                <a:spcPts val="0"/>
              </a:spcBef>
              <a:spcAft>
                <a:spcPts val="0"/>
              </a:spcAft>
              <a:buClr>
                <a:srgbClr val="000000"/>
              </a:buClr>
              <a:buSzPts val="1100"/>
              <a:buFont typeface="Arial"/>
              <a:buNone/>
            </a:pPr>
            <a:r>
              <a:rPr lang="en-US"/>
              <a:t>Experience in applying AI in many fields</a:t>
            </a:r>
            <a:endParaRPr/>
          </a:p>
        </p:txBody>
      </p:sp>
    </p:spTree>
    <p:extLst>
      <p:ext uri="{BB962C8B-B14F-4D97-AF65-F5344CB8AC3E}">
        <p14:creationId xmlns:p14="http://schemas.microsoft.com/office/powerpoint/2010/main" val="21442854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5b1d63dbe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1f5b1d63dbe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Diverse requirements from PoC, Trial, and Production Project: đã trải qua nhiều bài toán đa dạng của các nội bộ công ty và các khách hàng trong nước cũng như quốc tế.</a:t>
            </a:r>
            <a:endParaRPr/>
          </a:p>
          <a:p>
            <a:pPr marL="0" lvl="0" indent="0" algn="l" rtl="0">
              <a:lnSpc>
                <a:spcPct val="100000"/>
              </a:lnSpc>
              <a:spcBef>
                <a:spcPts val="0"/>
              </a:spcBef>
              <a:spcAft>
                <a:spcPts val="0"/>
              </a:spcAft>
              <a:buSzPts val="1100"/>
              <a:buNone/>
            </a:pPr>
            <a:r>
              <a:rPr lang="en-US"/>
              <a:t>Performance Optimization: kinh nghiệm tối ưu hóa về tốc độ và độ chính xác</a:t>
            </a:r>
            <a:endParaRPr/>
          </a:p>
          <a:p>
            <a:pPr marL="0" lvl="0" indent="0" algn="l" rtl="0">
              <a:lnSpc>
                <a:spcPct val="100000"/>
              </a:lnSpc>
              <a:spcBef>
                <a:spcPts val="0"/>
              </a:spcBef>
              <a:spcAft>
                <a:spcPts val="0"/>
              </a:spcAft>
              <a:buClr>
                <a:srgbClr val="000000"/>
              </a:buClr>
              <a:buSzPts val="1100"/>
              <a:buFont typeface="Arial"/>
              <a:buNone/>
            </a:pPr>
            <a:r>
              <a:rPr lang="en-US"/>
              <a:t>Experience in applying AI in many fields</a:t>
            </a:r>
            <a:endParaRPr/>
          </a:p>
        </p:txBody>
      </p:sp>
    </p:spTree>
    <p:extLst>
      <p:ext uri="{BB962C8B-B14F-4D97-AF65-F5344CB8AC3E}">
        <p14:creationId xmlns:p14="http://schemas.microsoft.com/office/powerpoint/2010/main" val="32249137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5b1d63dbe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1f5b1d63dbe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Diverse requirements from PoC, Trial, and Production Project: đã trải qua nhiều bài toán đa dạng của các nội bộ công ty và các khách hàng trong nước cũng như quốc tế.</a:t>
            </a:r>
            <a:endParaRPr/>
          </a:p>
          <a:p>
            <a:pPr marL="0" lvl="0" indent="0" algn="l" rtl="0">
              <a:lnSpc>
                <a:spcPct val="100000"/>
              </a:lnSpc>
              <a:spcBef>
                <a:spcPts val="0"/>
              </a:spcBef>
              <a:spcAft>
                <a:spcPts val="0"/>
              </a:spcAft>
              <a:buSzPts val="1100"/>
              <a:buNone/>
            </a:pPr>
            <a:r>
              <a:rPr lang="en-US"/>
              <a:t>Performance Optimization: kinh nghiệm tối ưu hóa về tốc độ và độ chính xác</a:t>
            </a:r>
            <a:endParaRPr/>
          </a:p>
          <a:p>
            <a:pPr marL="0" lvl="0" indent="0" algn="l" rtl="0">
              <a:lnSpc>
                <a:spcPct val="100000"/>
              </a:lnSpc>
              <a:spcBef>
                <a:spcPts val="0"/>
              </a:spcBef>
              <a:spcAft>
                <a:spcPts val="0"/>
              </a:spcAft>
              <a:buClr>
                <a:srgbClr val="000000"/>
              </a:buClr>
              <a:buSzPts val="1100"/>
              <a:buFont typeface="Arial"/>
              <a:buNone/>
            </a:pPr>
            <a:r>
              <a:rPr lang="en-US"/>
              <a:t>Experience in applying AI in many fields</a:t>
            </a:r>
            <a:endParaRPr/>
          </a:p>
        </p:txBody>
      </p:sp>
    </p:spTree>
    <p:extLst>
      <p:ext uri="{BB962C8B-B14F-4D97-AF65-F5344CB8AC3E}">
        <p14:creationId xmlns:p14="http://schemas.microsoft.com/office/powerpoint/2010/main" val="469383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5b1d63dbe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1f5b1d63dbe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Diverse requirements from PoC, Trial, and Production Project: đã trải qua nhiều bài toán đa dạng của các nội bộ công ty và các khách hàng trong nước cũng như quốc tế.</a:t>
            </a:r>
            <a:endParaRPr/>
          </a:p>
          <a:p>
            <a:pPr marL="0" lvl="0" indent="0" algn="l" rtl="0">
              <a:lnSpc>
                <a:spcPct val="100000"/>
              </a:lnSpc>
              <a:spcBef>
                <a:spcPts val="0"/>
              </a:spcBef>
              <a:spcAft>
                <a:spcPts val="0"/>
              </a:spcAft>
              <a:buSzPts val="1100"/>
              <a:buNone/>
            </a:pPr>
            <a:r>
              <a:rPr lang="en-US"/>
              <a:t>Performance Optimization: kinh nghiệm tối ưu hóa về tốc độ và độ chính xác</a:t>
            </a:r>
            <a:endParaRPr/>
          </a:p>
          <a:p>
            <a:pPr marL="0" lvl="0" indent="0" algn="l" rtl="0">
              <a:lnSpc>
                <a:spcPct val="100000"/>
              </a:lnSpc>
              <a:spcBef>
                <a:spcPts val="0"/>
              </a:spcBef>
              <a:spcAft>
                <a:spcPts val="0"/>
              </a:spcAft>
              <a:buClr>
                <a:srgbClr val="000000"/>
              </a:buClr>
              <a:buSzPts val="1100"/>
              <a:buFont typeface="Arial"/>
              <a:buNone/>
            </a:pPr>
            <a:r>
              <a:rPr lang="en-US"/>
              <a:t>Experience in applying AI in many fields</a:t>
            </a:r>
            <a:endParaRPr/>
          </a:p>
        </p:txBody>
      </p:sp>
    </p:spTree>
    <p:extLst>
      <p:ext uri="{BB962C8B-B14F-4D97-AF65-F5344CB8AC3E}">
        <p14:creationId xmlns:p14="http://schemas.microsoft.com/office/powerpoint/2010/main" val="7918785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5b1d63dbe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1f5b1d63dbe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Diverse requirements from PoC, Trial, and Production Project: đã trải qua nhiều bài toán đa dạng của các nội bộ công ty và các khách hàng trong nước cũng như quốc tế.</a:t>
            </a:r>
            <a:endParaRPr/>
          </a:p>
          <a:p>
            <a:pPr marL="0" lvl="0" indent="0" algn="l" rtl="0">
              <a:lnSpc>
                <a:spcPct val="100000"/>
              </a:lnSpc>
              <a:spcBef>
                <a:spcPts val="0"/>
              </a:spcBef>
              <a:spcAft>
                <a:spcPts val="0"/>
              </a:spcAft>
              <a:buSzPts val="1100"/>
              <a:buNone/>
            </a:pPr>
            <a:r>
              <a:rPr lang="en-US"/>
              <a:t>Performance Optimization: kinh nghiệm tối ưu hóa về tốc độ và độ chính xác</a:t>
            </a:r>
            <a:endParaRPr/>
          </a:p>
          <a:p>
            <a:pPr marL="0" lvl="0" indent="0" algn="l" rtl="0">
              <a:lnSpc>
                <a:spcPct val="100000"/>
              </a:lnSpc>
              <a:spcBef>
                <a:spcPts val="0"/>
              </a:spcBef>
              <a:spcAft>
                <a:spcPts val="0"/>
              </a:spcAft>
              <a:buClr>
                <a:srgbClr val="000000"/>
              </a:buClr>
              <a:buSzPts val="1100"/>
              <a:buFont typeface="Arial"/>
              <a:buNone/>
            </a:pPr>
            <a:r>
              <a:rPr lang="en-US"/>
              <a:t>Experience in applying AI in many fields</a:t>
            </a:r>
            <a:endParaRPr/>
          </a:p>
        </p:txBody>
      </p:sp>
    </p:spTree>
    <p:extLst>
      <p:ext uri="{BB962C8B-B14F-4D97-AF65-F5344CB8AC3E}">
        <p14:creationId xmlns:p14="http://schemas.microsoft.com/office/powerpoint/2010/main" val="10036433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13fa4e705e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6" name="Google Shape;646;g13fa4e705e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5_Two Content">
  <p:cSld name="5_Two Content">
    <p:spTree>
      <p:nvGrpSpPr>
        <p:cNvPr id="1" name="Shape 11"/>
        <p:cNvGrpSpPr/>
        <p:nvPr/>
      </p:nvGrpSpPr>
      <p:grpSpPr>
        <a:xfrm>
          <a:off x="0" y="0"/>
          <a:ext cx="0" cy="0"/>
          <a:chOff x="0" y="0"/>
          <a:chExt cx="0" cy="0"/>
        </a:xfrm>
      </p:grpSpPr>
      <p:sp>
        <p:nvSpPr>
          <p:cNvPr id="12" name="Google Shape;12;p13"/>
          <p:cNvSpPr/>
          <p:nvPr/>
        </p:nvSpPr>
        <p:spPr>
          <a:xfrm>
            <a:off x="0" y="505838"/>
            <a:ext cx="12192000" cy="1371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13;p13"/>
          <p:cNvSpPr/>
          <p:nvPr/>
        </p:nvSpPr>
        <p:spPr>
          <a:xfrm>
            <a:off x="78154" y="5634892"/>
            <a:ext cx="12113846" cy="122310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4_Two Content">
  <p:cSld name="4_Two Content">
    <p:spTree>
      <p:nvGrpSpPr>
        <p:cNvPr id="1" name="Shape 20"/>
        <p:cNvGrpSpPr/>
        <p:nvPr/>
      </p:nvGrpSpPr>
      <p:grpSpPr>
        <a:xfrm>
          <a:off x="0" y="0"/>
          <a:ext cx="0" cy="0"/>
          <a:chOff x="0" y="0"/>
          <a:chExt cx="0" cy="0"/>
        </a:xfrm>
      </p:grpSpPr>
      <p:sp>
        <p:nvSpPr>
          <p:cNvPr id="21" name="Google Shape;21;p15"/>
          <p:cNvSpPr/>
          <p:nvPr/>
        </p:nvSpPr>
        <p:spPr>
          <a:xfrm>
            <a:off x="0" y="505838"/>
            <a:ext cx="12192000" cy="1371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22;p15"/>
          <p:cNvSpPr/>
          <p:nvPr/>
        </p:nvSpPr>
        <p:spPr>
          <a:xfrm>
            <a:off x="78154" y="5634892"/>
            <a:ext cx="12113846" cy="122310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23;p15"/>
          <p:cNvSpPr/>
          <p:nvPr/>
        </p:nvSpPr>
        <p:spPr>
          <a:xfrm>
            <a:off x="9585789" y="435671"/>
            <a:ext cx="2095928" cy="1921268"/>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24" name="Google Shape;24;p15"/>
          <p:cNvPicPr preferRelativeResize="0"/>
          <p:nvPr/>
        </p:nvPicPr>
        <p:blipFill rotWithShape="1">
          <a:blip r:embed="rId2">
            <a:alphaModFix/>
          </a:blip>
          <a:srcRect/>
          <a:stretch/>
        </p:blipFill>
        <p:spPr>
          <a:xfrm>
            <a:off x="4274492" y="4650100"/>
            <a:ext cx="3643017" cy="1569660"/>
          </a:xfrm>
          <a:prstGeom prst="rect">
            <a:avLst/>
          </a:prstGeom>
          <a:noFill/>
          <a:ln>
            <a:noFill/>
          </a:ln>
        </p:spPr>
      </p:pic>
      <p:sp>
        <p:nvSpPr>
          <p:cNvPr id="25" name="Google Shape;25;p15"/>
          <p:cNvSpPr/>
          <p:nvPr/>
        </p:nvSpPr>
        <p:spPr>
          <a:xfrm>
            <a:off x="1026559" y="905514"/>
            <a:ext cx="10134600" cy="3152775"/>
          </a:xfrm>
          <a:prstGeom prst="rect">
            <a:avLst/>
          </a:prstGeom>
          <a:solidFill>
            <a:srgbClr val="239DD6"/>
          </a:solidFill>
          <a:ln w="571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5" name="Google Shape;3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6" name="Google Shape;66;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7" name="Google Shape;6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3"/>
          <p:cNvSpPr>
            <a:spLocks noGrp="1"/>
          </p:cNvSpPr>
          <p:nvPr>
            <p:ph type="pic" idx="2"/>
          </p:nvPr>
        </p:nvSpPr>
        <p:spPr>
          <a:xfrm>
            <a:off x="5183188" y="987425"/>
            <a:ext cx="6172200" cy="4873625"/>
          </a:xfrm>
          <a:prstGeom prst="rect">
            <a:avLst/>
          </a:prstGeom>
          <a:noFill/>
          <a:ln>
            <a:noFill/>
          </a:ln>
        </p:spPr>
      </p:sp>
      <p:sp>
        <p:nvSpPr>
          <p:cNvPr id="73" name="Google Shape;73;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hyperlink" Target="https://drive.google.com/file/d/1eSYMtHj-HastfapJsGRaaKh1Ff09hWJv/view?usp=drive_link"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12A_C09CA47A.xm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hyperlink" Target="https://www.coursera.org/learn/multivariate-calculus-machine-learning/ungradedLab/3pnkS/the-sandpit"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hyperlink" Target="https://www.coursera.org/learn/multivariate-calculus-machine-learning/ungradedLab/N47Yg/gradient-descent-in-a-sandpit" TargetMode="External"/><Relationship Id="rId4" Type="http://schemas.openxmlformats.org/officeDocument/2006/relationships/hyperlink" Target="https://www.coursera.org/learn/multivariate-calculus-machine-learning/ungradedLab/uB8GO/the-sandpit-part-2" TargetMode="External"/></Relationships>
</file>

<file path=ppt/slides/_rels/slide19.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microsoft.com/office/2018/10/relationships/comments" Target="../comments/modernComment_130_7652C14F.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131_F9C1EACC.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microsoft.com/office/2018/10/relationships/comments" Target="../comments/modernComment_132_75B4DC78.xm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8" Type="http://schemas.openxmlformats.org/officeDocument/2006/relationships/hyperlink" Target="https://www.hackerrank.com/challenges/s10-standard-deviation/problem" TargetMode="External"/><Relationship Id="rId3" Type="http://schemas.microsoft.com/office/2018/10/relationships/comments" Target="../comments/modernComment_139_2CB9D8F3.xml"/><Relationship Id="rId7" Type="http://schemas.openxmlformats.org/officeDocument/2006/relationships/hyperlink" Target="https://www.hackerrank.com/challenges/s10-interquartile-range/problem"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www.hackerrank.com/challenges/s10-quartiles/problem" TargetMode="External"/><Relationship Id="rId5" Type="http://schemas.openxmlformats.org/officeDocument/2006/relationships/hyperlink" Target="https://www.hackerrank.com/challenges/s10-weighted-mean/problem" TargetMode="External"/><Relationship Id="rId4" Type="http://schemas.openxmlformats.org/officeDocument/2006/relationships/hyperlink" Target="https://www.hackerrank.com/challenges/s10-basic-statistics/problem" TargetMode="External"/><Relationship Id="rId9" Type="http://schemas.openxmlformats.org/officeDocument/2006/relationships/hyperlink" Target="https://www.hackerrank.com/challenges/standard-deviation-puzzles-1/problem"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microsoft.com/office/2018/10/relationships/comments" Target="../comments/modernComment_12F_DCB27BA3.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134_946383CF.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135_9A7D2CEF.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microsoft.com/office/2018/10/relationships/comments" Target="../comments/modernComment_136_2AE3D99E.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8" Type="http://schemas.openxmlformats.org/officeDocument/2006/relationships/hyperlink" Target="https://www.hackerrank.com/challenges/basic-probability-puzzles-5/problem" TargetMode="External"/><Relationship Id="rId3" Type="http://schemas.microsoft.com/office/2018/10/relationships/comments" Target="../comments/modernComment_13A_A054BE93.xml"/><Relationship Id="rId7" Type="http://schemas.openxmlformats.org/officeDocument/2006/relationships/hyperlink" Target="https://www.hackerrank.com/challenges/basic-probability-puzzles-4/problem"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hyperlink" Target="https://www.hackerrank.com/challenges/basic-probability-puzzles-3/problem" TargetMode="External"/><Relationship Id="rId11" Type="http://schemas.openxmlformats.org/officeDocument/2006/relationships/hyperlink" Target="https://www.hackerrank.com/challenges/normal-distribution-1/problem" TargetMode="External"/><Relationship Id="rId5" Type="http://schemas.openxmlformats.org/officeDocument/2006/relationships/hyperlink" Target="https://www.hackerrank.com/challenges/basic-probability-puzzles-2/problem" TargetMode="External"/><Relationship Id="rId10" Type="http://schemas.openxmlformats.org/officeDocument/2006/relationships/hyperlink" Target="https://www.hackerrank.com/challenges/s10-normal-distribution-1/problem" TargetMode="External"/><Relationship Id="rId4" Type="http://schemas.openxmlformats.org/officeDocument/2006/relationships/hyperlink" Target="https://www.hackerrank.com/challenges/basic-probability-puzzles-1/problem" TargetMode="External"/><Relationship Id="rId9" Type="http://schemas.openxmlformats.org/officeDocument/2006/relationships/hyperlink" Target="https://www.hackerrank.com/challenges/basic-probability-puzzles-6/problem"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
          <p:cNvSpPr/>
          <p:nvPr/>
        </p:nvSpPr>
        <p:spPr>
          <a:xfrm>
            <a:off x="9585789" y="435671"/>
            <a:ext cx="2095928" cy="1921268"/>
          </a:xfrm>
          <a:prstGeom prst="rect">
            <a:avLst/>
          </a:prstGeom>
          <a:solidFill>
            <a:srgbClr val="259CD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94" name="Google Shape;94;p1"/>
          <p:cNvPicPr preferRelativeResize="0"/>
          <p:nvPr/>
        </p:nvPicPr>
        <p:blipFill rotWithShape="1">
          <a:blip r:embed="rId3">
            <a:alphaModFix/>
          </a:blip>
          <a:srcRect/>
          <a:stretch/>
        </p:blipFill>
        <p:spPr>
          <a:xfrm>
            <a:off x="1026547" y="4650100"/>
            <a:ext cx="3643015" cy="1569660"/>
          </a:xfrm>
          <a:prstGeom prst="rect">
            <a:avLst/>
          </a:prstGeom>
          <a:noFill/>
          <a:ln>
            <a:noFill/>
          </a:ln>
        </p:spPr>
      </p:pic>
      <p:sp>
        <p:nvSpPr>
          <p:cNvPr id="95" name="Google Shape;95;p1"/>
          <p:cNvSpPr txBox="1"/>
          <p:nvPr/>
        </p:nvSpPr>
        <p:spPr>
          <a:xfrm>
            <a:off x="5545900" y="4381350"/>
            <a:ext cx="6314100" cy="1838400"/>
          </a:xfrm>
          <a:prstGeom prst="rect">
            <a:avLst/>
          </a:prstGeom>
          <a:noFill/>
          <a:ln>
            <a:noFill/>
          </a:ln>
        </p:spPr>
        <p:txBody>
          <a:bodyPr spcFirstLastPara="1" wrap="square" lIns="91425" tIns="45700" rIns="91425" bIns="45700" anchor="ctr" anchorCtr="0">
            <a:noAutofit/>
          </a:bodyPr>
          <a:lstStyle/>
          <a:p>
            <a:r>
              <a:rPr lang="en-US" sz="3800" b="1">
                <a:solidFill>
                  <a:srgbClr val="00B0F0"/>
                </a:solidFill>
              </a:rPr>
              <a:t>Mathematics</a:t>
            </a:r>
            <a:endParaRPr lang="en-US"/>
          </a:p>
          <a:p>
            <a:r>
              <a:rPr lang="en-US" sz="3800" b="1">
                <a:solidFill>
                  <a:srgbClr val="00B0F0"/>
                </a:solidFill>
              </a:rPr>
              <a:t>For Machine Learning</a:t>
            </a:r>
          </a:p>
          <a:p>
            <a:pPr algn="r"/>
            <a:r>
              <a:rPr lang="en-US" sz="2800" b="1" i="1">
                <a:solidFill>
                  <a:srgbClr val="FF9900"/>
                </a:solidFill>
              </a:rPr>
              <a:t>Kien Tran</a:t>
            </a:r>
            <a:endParaRPr sz="2800"/>
          </a:p>
        </p:txBody>
      </p:sp>
      <p:cxnSp>
        <p:nvCxnSpPr>
          <p:cNvPr id="96" name="Google Shape;96;p1"/>
          <p:cNvCxnSpPr/>
          <p:nvPr/>
        </p:nvCxnSpPr>
        <p:spPr>
          <a:xfrm>
            <a:off x="5153999" y="4471605"/>
            <a:ext cx="0" cy="1964700"/>
          </a:xfrm>
          <a:prstGeom prst="straightConnector1">
            <a:avLst/>
          </a:prstGeom>
          <a:noFill/>
          <a:ln w="25400" cap="flat" cmpd="sng">
            <a:solidFill>
              <a:schemeClr val="dk1"/>
            </a:solidFill>
            <a:prstDash val="solid"/>
            <a:miter lim="800000"/>
            <a:headEnd type="none" w="sm" len="sm"/>
            <a:tailEnd type="none" w="sm" len="sm"/>
          </a:ln>
        </p:spPr>
      </p:cxnSp>
      <p:pic>
        <p:nvPicPr>
          <p:cNvPr id="97" name="Google Shape;97;p1"/>
          <p:cNvPicPr preferRelativeResize="0"/>
          <p:nvPr/>
        </p:nvPicPr>
        <p:blipFill rotWithShape="1">
          <a:blip r:embed="rId4">
            <a:alphaModFix/>
          </a:blip>
          <a:srcRect/>
          <a:stretch/>
        </p:blipFill>
        <p:spPr>
          <a:xfrm>
            <a:off x="1028709" y="946813"/>
            <a:ext cx="10134600" cy="3152775"/>
          </a:xfrm>
          <a:prstGeom prst="rect">
            <a:avLst/>
          </a:prstGeom>
          <a:noFill/>
          <a:ln w="57150" cap="flat" cmpd="sng">
            <a:solidFill>
              <a:schemeClr val="lt1"/>
            </a:solidFill>
            <a:prstDash val="solid"/>
            <a:round/>
            <a:headEnd type="none" w="sm" len="sm"/>
            <a:tailEnd type="none" w="sm" len="sm"/>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g1f08438f30f_0_7"/>
          <p:cNvSpPr/>
          <p:nvPr/>
        </p:nvSpPr>
        <p:spPr>
          <a:xfrm>
            <a:off x="787291" y="1704153"/>
            <a:ext cx="10647000" cy="542182"/>
          </a:xfrm>
          <a:prstGeom prst="roundRect">
            <a:avLst>
              <a:gd name="adj" fmla="val 16667"/>
            </a:avLst>
          </a:prstGeom>
          <a:solidFill>
            <a:srgbClr val="EDFAFF"/>
          </a:solidFill>
          <a:ln w="19050" cap="flat" cmpd="sng">
            <a:solidFill>
              <a:srgbClr val="00ADE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g1f08438f30f_0_7"/>
          <p:cNvSpPr/>
          <p:nvPr/>
        </p:nvSpPr>
        <p:spPr>
          <a:xfrm>
            <a:off x="787286" y="1704153"/>
            <a:ext cx="993000" cy="542182"/>
          </a:xfrm>
          <a:prstGeom prst="roundRect">
            <a:avLst>
              <a:gd name="adj" fmla="val 16667"/>
            </a:avLst>
          </a:prstGeom>
          <a:solidFill>
            <a:srgbClr val="00ADEC"/>
          </a:solidFill>
          <a:ln w="9525" cap="flat" cmpd="sng">
            <a:solidFill>
              <a:srgbClr val="00ADE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g1f08438f30f_0_7"/>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g1f08438f30f_0_7"/>
          <p:cNvSpPr txBox="1"/>
          <p:nvPr/>
        </p:nvSpPr>
        <p:spPr>
          <a:xfrm>
            <a:off x="3163050" y="175500"/>
            <a:ext cx="5865900" cy="6312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None/>
            </a:pPr>
            <a:r>
              <a:rPr lang="en-US" sz="2900" b="1">
                <a:solidFill>
                  <a:schemeClr val="lt1"/>
                </a:solidFill>
              </a:rPr>
              <a:t>Contents</a:t>
            </a:r>
            <a:endParaRPr lang="en-US"/>
          </a:p>
        </p:txBody>
      </p:sp>
      <p:sp>
        <p:nvSpPr>
          <p:cNvPr id="106" name="Google Shape;106;g1f08438f30f_0_7"/>
          <p:cNvSpPr txBox="1"/>
          <p:nvPr/>
        </p:nvSpPr>
        <p:spPr>
          <a:xfrm>
            <a:off x="1094379" y="1705844"/>
            <a:ext cx="359700" cy="538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300" b="1" i="0" u="none" strike="noStrike" cap="none">
                <a:solidFill>
                  <a:schemeClr val="lt1"/>
                </a:solidFill>
                <a:latin typeface="Arial"/>
                <a:ea typeface="Arial"/>
                <a:cs typeface="Arial"/>
                <a:sym typeface="Arial"/>
              </a:rPr>
              <a:t>1</a:t>
            </a:r>
            <a:endParaRPr sz="2300" b="1" i="0" u="none" strike="noStrike" cap="none">
              <a:solidFill>
                <a:schemeClr val="lt1"/>
              </a:solidFill>
              <a:latin typeface="Arial"/>
              <a:ea typeface="Arial"/>
              <a:cs typeface="Arial"/>
              <a:sym typeface="Arial"/>
            </a:endParaRPr>
          </a:p>
        </p:txBody>
      </p:sp>
      <p:sp>
        <p:nvSpPr>
          <p:cNvPr id="107" name="Google Shape;107;g1f08438f30f_0_7"/>
          <p:cNvSpPr txBox="1"/>
          <p:nvPr/>
        </p:nvSpPr>
        <p:spPr>
          <a:xfrm>
            <a:off x="1944033" y="1721614"/>
            <a:ext cx="9627300" cy="507801"/>
          </a:xfrm>
          <a:prstGeom prst="rect">
            <a:avLst/>
          </a:prstGeom>
          <a:noFill/>
          <a:ln>
            <a:noFill/>
          </a:ln>
        </p:spPr>
        <p:txBody>
          <a:bodyPr spcFirstLastPara="1" wrap="square" lIns="91425" tIns="91425" rIns="91425" bIns="91425" anchor="t" anchorCtr="0">
            <a:spAutoFit/>
          </a:bodyPr>
          <a:lstStyle/>
          <a:p>
            <a:r>
              <a:rPr lang="en-US" sz="2100" b="1">
                <a:solidFill>
                  <a:srgbClr val="595959"/>
                </a:solidFill>
              </a:rPr>
              <a:t>Linear Algebra</a:t>
            </a:r>
            <a:endParaRPr lang="en-US"/>
          </a:p>
        </p:txBody>
      </p:sp>
      <p:grpSp>
        <p:nvGrpSpPr>
          <p:cNvPr id="108" name="Google Shape;108;g1f08438f30f_0_7"/>
          <p:cNvGrpSpPr/>
          <p:nvPr/>
        </p:nvGrpSpPr>
        <p:grpSpPr>
          <a:xfrm>
            <a:off x="11573925" y="6265325"/>
            <a:ext cx="450900" cy="450900"/>
            <a:chOff x="11573925" y="6265325"/>
            <a:chExt cx="450900" cy="450900"/>
          </a:xfrm>
        </p:grpSpPr>
        <p:sp>
          <p:nvSpPr>
            <p:cNvPr id="109" name="Google Shape;109;g1f08438f30f_0_7"/>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g1f08438f30f_0_7"/>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2</a:t>
              </a:fld>
              <a:endParaRPr sz="2000" b="0" i="0" u="none" strike="noStrike" cap="none">
                <a:solidFill>
                  <a:schemeClr val="lt1"/>
                </a:solidFill>
                <a:latin typeface="Arial"/>
                <a:ea typeface="Arial"/>
                <a:cs typeface="Arial"/>
                <a:sym typeface="Arial"/>
              </a:endParaRPr>
            </a:p>
          </p:txBody>
        </p:sp>
      </p:grpSp>
      <p:sp>
        <p:nvSpPr>
          <p:cNvPr id="111" name="Google Shape;111;g1f08438f30f_0_7"/>
          <p:cNvSpPr/>
          <p:nvPr/>
        </p:nvSpPr>
        <p:spPr>
          <a:xfrm>
            <a:off x="787275" y="2371995"/>
            <a:ext cx="10647000" cy="542182"/>
          </a:xfrm>
          <a:prstGeom prst="roundRect">
            <a:avLst>
              <a:gd name="adj" fmla="val 16667"/>
            </a:avLst>
          </a:prstGeom>
          <a:solidFill>
            <a:srgbClr val="EDFAFF"/>
          </a:solidFill>
          <a:ln w="19050" cap="flat" cmpd="sng">
            <a:solidFill>
              <a:srgbClr val="00ADE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g1f08438f30f_0_7"/>
          <p:cNvSpPr/>
          <p:nvPr/>
        </p:nvSpPr>
        <p:spPr>
          <a:xfrm>
            <a:off x="787270" y="2371995"/>
            <a:ext cx="993000" cy="542182"/>
          </a:xfrm>
          <a:prstGeom prst="roundRect">
            <a:avLst>
              <a:gd name="adj" fmla="val 16667"/>
            </a:avLst>
          </a:prstGeom>
          <a:solidFill>
            <a:srgbClr val="00ADEC"/>
          </a:solidFill>
          <a:ln w="9525" cap="flat" cmpd="sng">
            <a:solidFill>
              <a:srgbClr val="00ADE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g1f08438f30f_0_7"/>
          <p:cNvSpPr txBox="1"/>
          <p:nvPr/>
        </p:nvSpPr>
        <p:spPr>
          <a:xfrm>
            <a:off x="1094363" y="2373686"/>
            <a:ext cx="359700" cy="538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300" b="1" i="0" u="none" strike="noStrike" cap="none">
                <a:solidFill>
                  <a:schemeClr val="lt1"/>
                </a:solidFill>
                <a:latin typeface="Arial"/>
                <a:ea typeface="Arial"/>
                <a:cs typeface="Arial"/>
                <a:sym typeface="Arial"/>
              </a:rPr>
              <a:t>2</a:t>
            </a:r>
            <a:endParaRPr sz="2300" b="1" i="0" u="none" strike="noStrike" cap="none">
              <a:solidFill>
                <a:schemeClr val="lt1"/>
              </a:solidFill>
              <a:latin typeface="Arial"/>
              <a:ea typeface="Arial"/>
              <a:cs typeface="Arial"/>
              <a:sym typeface="Arial"/>
            </a:endParaRPr>
          </a:p>
        </p:txBody>
      </p:sp>
      <p:sp>
        <p:nvSpPr>
          <p:cNvPr id="114" name="Google Shape;114;g1f08438f30f_0_7"/>
          <p:cNvSpPr txBox="1"/>
          <p:nvPr/>
        </p:nvSpPr>
        <p:spPr>
          <a:xfrm>
            <a:off x="1954519" y="2371735"/>
            <a:ext cx="9627300" cy="507801"/>
          </a:xfrm>
          <a:prstGeom prst="rect">
            <a:avLst/>
          </a:prstGeom>
          <a:noFill/>
          <a:ln>
            <a:noFill/>
          </a:ln>
        </p:spPr>
        <p:txBody>
          <a:bodyPr spcFirstLastPara="1" wrap="square" lIns="91425" tIns="91425" rIns="91425" bIns="91425" anchor="t" anchorCtr="0">
            <a:spAutoFit/>
          </a:bodyPr>
          <a:lstStyle/>
          <a:p>
            <a:r>
              <a:rPr lang="en-US" sz="2100" b="1">
                <a:solidFill>
                  <a:srgbClr val="595959"/>
                </a:solidFill>
              </a:rPr>
              <a:t>Multivariable Calculus</a:t>
            </a:r>
            <a:endParaRPr lang="en-US"/>
          </a:p>
        </p:txBody>
      </p:sp>
      <p:sp>
        <p:nvSpPr>
          <p:cNvPr id="115" name="Google Shape;115;g1f08438f30f_0_7"/>
          <p:cNvSpPr/>
          <p:nvPr/>
        </p:nvSpPr>
        <p:spPr>
          <a:xfrm>
            <a:off x="796698" y="3039836"/>
            <a:ext cx="10647000" cy="542182"/>
          </a:xfrm>
          <a:prstGeom prst="roundRect">
            <a:avLst>
              <a:gd name="adj" fmla="val 16667"/>
            </a:avLst>
          </a:prstGeom>
          <a:solidFill>
            <a:srgbClr val="EDFAFF"/>
          </a:solidFill>
          <a:ln w="19050" cap="flat" cmpd="sng">
            <a:solidFill>
              <a:srgbClr val="00ADE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g1f08438f30f_0_7"/>
          <p:cNvSpPr/>
          <p:nvPr/>
        </p:nvSpPr>
        <p:spPr>
          <a:xfrm>
            <a:off x="796693" y="3039836"/>
            <a:ext cx="993000" cy="542182"/>
          </a:xfrm>
          <a:prstGeom prst="roundRect">
            <a:avLst>
              <a:gd name="adj" fmla="val 16667"/>
            </a:avLst>
          </a:prstGeom>
          <a:solidFill>
            <a:srgbClr val="00ADEC"/>
          </a:solidFill>
          <a:ln w="9525" cap="flat" cmpd="sng">
            <a:solidFill>
              <a:srgbClr val="00ADE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g1f08438f30f_0_7"/>
          <p:cNvSpPr txBox="1"/>
          <p:nvPr/>
        </p:nvSpPr>
        <p:spPr>
          <a:xfrm>
            <a:off x="1103786" y="3041527"/>
            <a:ext cx="359700" cy="538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300" b="1" i="0" u="none" strike="noStrike" cap="none">
                <a:solidFill>
                  <a:schemeClr val="lt1"/>
                </a:solidFill>
                <a:latin typeface="Arial"/>
                <a:ea typeface="Arial"/>
                <a:cs typeface="Arial"/>
                <a:sym typeface="Arial"/>
              </a:rPr>
              <a:t>3</a:t>
            </a:r>
            <a:endParaRPr sz="2300" b="1" i="0" u="none" strike="noStrike" cap="none">
              <a:solidFill>
                <a:schemeClr val="lt1"/>
              </a:solidFill>
              <a:latin typeface="Arial"/>
              <a:ea typeface="Arial"/>
              <a:cs typeface="Arial"/>
              <a:sym typeface="Arial"/>
            </a:endParaRPr>
          </a:p>
        </p:txBody>
      </p:sp>
      <p:sp>
        <p:nvSpPr>
          <p:cNvPr id="118" name="Google Shape;118;g1f08438f30f_0_7"/>
          <p:cNvSpPr txBox="1"/>
          <p:nvPr/>
        </p:nvSpPr>
        <p:spPr>
          <a:xfrm>
            <a:off x="1952911" y="3068892"/>
            <a:ext cx="9479100" cy="507900"/>
          </a:xfrm>
          <a:prstGeom prst="rect">
            <a:avLst/>
          </a:prstGeom>
          <a:noFill/>
          <a:ln>
            <a:noFill/>
          </a:ln>
        </p:spPr>
        <p:txBody>
          <a:bodyPr spcFirstLastPara="1" wrap="square" lIns="91425" tIns="91425" rIns="91425" bIns="91425" anchor="t" anchorCtr="0">
            <a:spAutoFit/>
          </a:bodyPr>
          <a:lstStyle/>
          <a:p>
            <a:pPr>
              <a:buSzPts val="2100"/>
            </a:pPr>
            <a:r>
              <a:rPr lang="en-US" sz="2100" b="1">
                <a:solidFill>
                  <a:srgbClr val="595959"/>
                </a:solidFill>
              </a:rPr>
              <a:t>Descriptive Statistics</a:t>
            </a:r>
            <a:endParaRPr lang="en-US" sz="2100" b="1" i="0" u="none" strike="noStrike" cap="none">
              <a:solidFill>
                <a:srgbClr val="595959"/>
              </a:solidFill>
              <a:latin typeface="Arial"/>
              <a:ea typeface="Arial"/>
              <a:cs typeface="Arial"/>
            </a:endParaRPr>
          </a:p>
        </p:txBody>
      </p:sp>
      <p:sp>
        <p:nvSpPr>
          <p:cNvPr id="120" name="Google Shape;120;g1f08438f30f_0_7"/>
          <p:cNvSpPr/>
          <p:nvPr/>
        </p:nvSpPr>
        <p:spPr>
          <a:xfrm>
            <a:off x="806106" y="3707762"/>
            <a:ext cx="10647000" cy="542182"/>
          </a:xfrm>
          <a:prstGeom prst="roundRect">
            <a:avLst>
              <a:gd name="adj" fmla="val 16667"/>
            </a:avLst>
          </a:prstGeom>
          <a:solidFill>
            <a:srgbClr val="EDFAFF"/>
          </a:solidFill>
          <a:ln w="19050" cap="flat" cmpd="sng">
            <a:solidFill>
              <a:srgbClr val="00ADE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g1f08438f30f_0_7"/>
          <p:cNvSpPr/>
          <p:nvPr/>
        </p:nvSpPr>
        <p:spPr>
          <a:xfrm>
            <a:off x="806101" y="3707762"/>
            <a:ext cx="993000" cy="542182"/>
          </a:xfrm>
          <a:prstGeom prst="roundRect">
            <a:avLst>
              <a:gd name="adj" fmla="val 16667"/>
            </a:avLst>
          </a:prstGeom>
          <a:solidFill>
            <a:srgbClr val="00ADEC"/>
          </a:solidFill>
          <a:ln w="9525" cap="flat" cmpd="sng">
            <a:solidFill>
              <a:srgbClr val="00ADE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g1f08438f30f_0_7"/>
          <p:cNvSpPr txBox="1"/>
          <p:nvPr/>
        </p:nvSpPr>
        <p:spPr>
          <a:xfrm>
            <a:off x="1113194" y="3709453"/>
            <a:ext cx="359700" cy="538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300" b="1" i="0" u="none" strike="noStrike" cap="none">
                <a:solidFill>
                  <a:schemeClr val="lt1"/>
                </a:solidFill>
                <a:latin typeface="Arial"/>
                <a:ea typeface="Arial"/>
                <a:cs typeface="Arial"/>
                <a:sym typeface="Arial"/>
              </a:rPr>
              <a:t>4</a:t>
            </a:r>
            <a:endParaRPr sz="2300" b="1" i="0" u="none" strike="noStrike" cap="none">
              <a:solidFill>
                <a:schemeClr val="lt1"/>
              </a:solidFill>
              <a:latin typeface="Arial"/>
              <a:ea typeface="Arial"/>
              <a:cs typeface="Arial"/>
              <a:sym typeface="Arial"/>
            </a:endParaRPr>
          </a:p>
        </p:txBody>
      </p:sp>
      <p:sp>
        <p:nvSpPr>
          <p:cNvPr id="123" name="Google Shape;123;g1f08438f30f_0_7"/>
          <p:cNvSpPr txBox="1"/>
          <p:nvPr/>
        </p:nvSpPr>
        <p:spPr>
          <a:xfrm>
            <a:off x="1962319" y="3736818"/>
            <a:ext cx="9479100" cy="507900"/>
          </a:xfrm>
          <a:prstGeom prst="rect">
            <a:avLst/>
          </a:prstGeom>
          <a:noFill/>
          <a:ln>
            <a:noFill/>
          </a:ln>
        </p:spPr>
        <p:txBody>
          <a:bodyPr spcFirstLastPara="1" wrap="square" lIns="91425" tIns="91425" rIns="91425" bIns="91425" anchor="t" anchorCtr="0">
            <a:spAutoFit/>
          </a:bodyPr>
          <a:lstStyle/>
          <a:p>
            <a:pPr>
              <a:buSzPts val="2100"/>
            </a:pPr>
            <a:r>
              <a:rPr lang="en-US" sz="2100" b="1">
                <a:solidFill>
                  <a:srgbClr val="595959"/>
                </a:solidFill>
              </a:rPr>
              <a:t>Correlation and Regression</a:t>
            </a:r>
            <a:endParaRPr lang="en-US" sz="2100" b="1" i="0" u="none" strike="noStrike" cap="none">
              <a:solidFill>
                <a:srgbClr val="595959"/>
              </a:solidFill>
              <a:latin typeface="Arial"/>
              <a:ea typeface="Arial"/>
              <a:cs typeface="Arial"/>
            </a:endParaRPr>
          </a:p>
        </p:txBody>
      </p:sp>
      <p:sp>
        <p:nvSpPr>
          <p:cNvPr id="126" name="Google Shape;126;g1f08438f30f_0_7"/>
          <p:cNvSpPr txBox="1"/>
          <p:nvPr/>
        </p:nvSpPr>
        <p:spPr>
          <a:xfrm>
            <a:off x="1103786" y="4467187"/>
            <a:ext cx="359700" cy="538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300" b="1" i="0" u="none" strike="noStrike" cap="none">
                <a:solidFill>
                  <a:schemeClr val="lt1"/>
                </a:solidFill>
                <a:latin typeface="Arial"/>
                <a:ea typeface="Arial"/>
                <a:cs typeface="Arial"/>
                <a:sym typeface="Arial"/>
              </a:rPr>
              <a:t>6</a:t>
            </a:r>
            <a:endParaRPr sz="2300" b="1" i="0" u="none" strike="noStrike" cap="none">
              <a:solidFill>
                <a:schemeClr val="lt1"/>
              </a:solidFill>
              <a:latin typeface="Arial"/>
              <a:ea typeface="Arial"/>
              <a:cs typeface="Arial"/>
              <a:sym typeface="Arial"/>
            </a:endParaRPr>
          </a:p>
        </p:txBody>
      </p:sp>
      <p:sp>
        <p:nvSpPr>
          <p:cNvPr id="133" name="Google Shape;133;g1f08438f30f_0_7"/>
          <p:cNvSpPr txBox="1"/>
          <p:nvPr/>
        </p:nvSpPr>
        <p:spPr>
          <a:xfrm>
            <a:off x="1113193" y="4424247"/>
            <a:ext cx="359700" cy="538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300" b="1" i="0" u="none" strike="noStrike" cap="none">
                <a:solidFill>
                  <a:schemeClr val="lt1"/>
                </a:solidFill>
                <a:latin typeface="Arial"/>
                <a:ea typeface="Arial"/>
                <a:cs typeface="Arial"/>
                <a:sym typeface="Arial"/>
              </a:rPr>
              <a:t>5</a:t>
            </a:r>
            <a:endParaRPr sz="2300" b="1" i="0" u="none" strike="noStrike" cap="none">
              <a:solidFill>
                <a:schemeClr val="lt1"/>
              </a:solidFill>
              <a:latin typeface="Arial"/>
              <a:ea typeface="Arial"/>
              <a:cs typeface="Arial"/>
              <a:sym typeface="Arial"/>
            </a:endParaRPr>
          </a:p>
        </p:txBody>
      </p:sp>
      <p:sp>
        <p:nvSpPr>
          <p:cNvPr id="134" name="Google Shape;134;g1f08438f30f_0_7"/>
          <p:cNvSpPr/>
          <p:nvPr/>
        </p:nvSpPr>
        <p:spPr>
          <a:xfrm>
            <a:off x="796698" y="4375687"/>
            <a:ext cx="10647000" cy="542182"/>
          </a:xfrm>
          <a:prstGeom prst="roundRect">
            <a:avLst>
              <a:gd name="adj" fmla="val 16667"/>
            </a:avLst>
          </a:prstGeom>
          <a:solidFill>
            <a:srgbClr val="EDFAFF"/>
          </a:solidFill>
          <a:ln w="19050" cap="flat" cmpd="sng">
            <a:solidFill>
              <a:srgbClr val="00ADE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g1f08438f30f_0_7"/>
          <p:cNvSpPr/>
          <p:nvPr/>
        </p:nvSpPr>
        <p:spPr>
          <a:xfrm>
            <a:off x="796693" y="4375687"/>
            <a:ext cx="993000" cy="542182"/>
          </a:xfrm>
          <a:prstGeom prst="roundRect">
            <a:avLst>
              <a:gd name="adj" fmla="val 16667"/>
            </a:avLst>
          </a:prstGeom>
          <a:solidFill>
            <a:srgbClr val="00ADEC"/>
          </a:solidFill>
          <a:ln w="9525" cap="flat" cmpd="sng">
            <a:solidFill>
              <a:srgbClr val="00ADE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g1f08438f30f_0_7"/>
          <p:cNvSpPr txBox="1"/>
          <p:nvPr/>
        </p:nvSpPr>
        <p:spPr>
          <a:xfrm>
            <a:off x="1103786" y="4339748"/>
            <a:ext cx="359700" cy="538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300" b="1" i="0" u="none" strike="noStrike" cap="none">
                <a:solidFill>
                  <a:schemeClr val="lt1"/>
                </a:solidFill>
                <a:latin typeface="Arial"/>
                <a:ea typeface="Arial"/>
                <a:cs typeface="Arial"/>
                <a:sym typeface="Arial"/>
              </a:rPr>
              <a:t>5</a:t>
            </a:r>
            <a:endParaRPr sz="2300" b="1" i="0" u="none" strike="noStrike" cap="none">
              <a:solidFill>
                <a:schemeClr val="lt1"/>
              </a:solidFill>
              <a:latin typeface="Arial"/>
              <a:ea typeface="Arial"/>
              <a:cs typeface="Arial"/>
              <a:sym typeface="Arial"/>
            </a:endParaRPr>
          </a:p>
        </p:txBody>
      </p:sp>
      <p:sp>
        <p:nvSpPr>
          <p:cNvPr id="137" name="Google Shape;137;g1f08438f30f_0_7"/>
          <p:cNvSpPr txBox="1"/>
          <p:nvPr/>
        </p:nvSpPr>
        <p:spPr>
          <a:xfrm>
            <a:off x="1962318" y="4423557"/>
            <a:ext cx="9479100" cy="507900"/>
          </a:xfrm>
          <a:prstGeom prst="rect">
            <a:avLst/>
          </a:prstGeom>
          <a:noFill/>
          <a:ln>
            <a:noFill/>
          </a:ln>
        </p:spPr>
        <p:txBody>
          <a:bodyPr spcFirstLastPara="1" wrap="square" lIns="91425" tIns="91425" rIns="91425" bIns="91425" anchor="t" anchorCtr="0">
            <a:spAutoFit/>
          </a:bodyPr>
          <a:lstStyle/>
          <a:p>
            <a:pPr>
              <a:buClr>
                <a:schemeClr val="dk1"/>
              </a:buClr>
              <a:buSzPts val="2100"/>
            </a:pPr>
            <a:r>
              <a:rPr lang="en-US" sz="2100" b="1">
                <a:solidFill>
                  <a:srgbClr val="595959"/>
                </a:solidFill>
              </a:rPr>
              <a:t>Probability and Probability Distribution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631200"/>
          </a:xfrm>
          <a:prstGeom prst="rect">
            <a:avLst/>
          </a:prstGeom>
          <a:noFill/>
          <a:ln>
            <a:noFill/>
          </a:ln>
        </p:spPr>
        <p:txBody>
          <a:bodyPr spcFirstLastPara="1" wrap="square" lIns="91425" tIns="91425" rIns="91425" bIns="91425" anchor="t" anchorCtr="0">
            <a:spAutoFit/>
          </a:bodyPr>
          <a:lstStyle/>
          <a:p>
            <a:pPr algn="ctr">
              <a:buClr>
                <a:schemeClr val="dk1"/>
              </a:buClr>
              <a:buSzPts val="2900"/>
            </a:pPr>
            <a:r>
              <a:rPr lang="en-US" sz="2900" b="1">
                <a:solidFill>
                  <a:schemeClr val="lt1"/>
                </a:solidFill>
              </a:rPr>
              <a:t>1. Linear Algebra</a:t>
            </a:r>
            <a:endParaRPr lang="en-US">
              <a:solidFill>
                <a:schemeClr val="lt1"/>
              </a:solidFill>
            </a:endParaRPr>
          </a:p>
        </p:txBody>
      </p:sp>
      <p:grpSp>
        <p:nvGrpSpPr>
          <p:cNvPr id="153" name="Google Shape;153;g1f13fe72866_0_0"/>
          <p:cNvGrpSpPr/>
          <p:nvPr/>
        </p:nvGrpSpPr>
        <p:grpSpPr>
          <a:xfrm>
            <a:off x="11573925" y="6265325"/>
            <a:ext cx="450900" cy="450900"/>
            <a:chOff x="11573925" y="6265325"/>
            <a:chExt cx="450900" cy="450900"/>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3</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67514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1.1. Motivations for Linear Algebra</a:t>
            </a:r>
            <a:endParaRPr lang="en-US"/>
          </a:p>
        </p:txBody>
      </p:sp>
      <p:pic>
        <p:nvPicPr>
          <p:cNvPr id="6" name="Picture 5" descr="A blue board with numbers and symbols&#10;&#10;Description automatically generated">
            <a:extLst>
              <a:ext uri="{FF2B5EF4-FFF2-40B4-BE49-F238E27FC236}">
                <a16:creationId xmlns:a16="http://schemas.microsoft.com/office/drawing/2014/main" id="{1DF56693-AFE8-4066-E947-79F93C6D0305}"/>
              </a:ext>
            </a:extLst>
          </p:cNvPr>
          <p:cNvPicPr>
            <a:picLocks noChangeAspect="1"/>
          </p:cNvPicPr>
          <p:nvPr/>
        </p:nvPicPr>
        <p:blipFill>
          <a:blip r:embed="rId3"/>
          <a:stretch>
            <a:fillRect/>
          </a:stretch>
        </p:blipFill>
        <p:spPr>
          <a:xfrm>
            <a:off x="1204686" y="2325676"/>
            <a:ext cx="4376056" cy="3004931"/>
          </a:xfrm>
          <a:prstGeom prst="rect">
            <a:avLst/>
          </a:prstGeom>
        </p:spPr>
      </p:pic>
      <p:pic>
        <p:nvPicPr>
          <p:cNvPr id="7" name="Picture 6" descr="A diagram of a normal distribution&#10;&#10;Description automatically generated">
            <a:extLst>
              <a:ext uri="{FF2B5EF4-FFF2-40B4-BE49-F238E27FC236}">
                <a16:creationId xmlns:a16="http://schemas.microsoft.com/office/drawing/2014/main" id="{F7159724-5E39-BCE2-D44A-9280A7BBF23A}"/>
              </a:ext>
            </a:extLst>
          </p:cNvPr>
          <p:cNvPicPr>
            <a:picLocks noChangeAspect="1"/>
          </p:cNvPicPr>
          <p:nvPr/>
        </p:nvPicPr>
        <p:blipFill>
          <a:blip r:embed="rId4"/>
          <a:stretch>
            <a:fillRect/>
          </a:stretch>
        </p:blipFill>
        <p:spPr>
          <a:xfrm>
            <a:off x="6311901" y="2329109"/>
            <a:ext cx="4639127" cy="2943636"/>
          </a:xfrm>
          <a:prstGeom prst="rect">
            <a:avLst/>
          </a:prstGeom>
        </p:spPr>
      </p:pic>
      <p:sp>
        <p:nvSpPr>
          <p:cNvPr id="10" name="TextBox 9">
            <a:extLst>
              <a:ext uri="{FF2B5EF4-FFF2-40B4-BE49-F238E27FC236}">
                <a16:creationId xmlns:a16="http://schemas.microsoft.com/office/drawing/2014/main" id="{248DDEB1-D929-5656-8844-CFB8C732E6FF}"/>
              </a:ext>
            </a:extLst>
          </p:cNvPr>
          <p:cNvSpPr txBox="1"/>
          <p:nvPr/>
        </p:nvSpPr>
        <p:spPr>
          <a:xfrm>
            <a:off x="1087244" y="5835805"/>
            <a:ext cx="47411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Pic 1. Compute cost of buying apple and banana in store</a:t>
            </a:r>
          </a:p>
        </p:txBody>
      </p:sp>
      <p:sp>
        <p:nvSpPr>
          <p:cNvPr id="11" name="TextBox 10">
            <a:extLst>
              <a:ext uri="{FF2B5EF4-FFF2-40B4-BE49-F238E27FC236}">
                <a16:creationId xmlns:a16="http://schemas.microsoft.com/office/drawing/2014/main" id="{ED3DA416-1511-3FE1-3885-64C4C50A00E3}"/>
              </a:ext>
            </a:extLst>
          </p:cNvPr>
          <p:cNvSpPr txBox="1"/>
          <p:nvPr/>
        </p:nvSpPr>
        <p:spPr>
          <a:xfrm>
            <a:off x="6309732" y="5835805"/>
            <a:ext cx="469280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Pic 2. Find optimized line in histogram of distributed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631200"/>
          </a:xfrm>
          <a:prstGeom prst="rect">
            <a:avLst/>
          </a:prstGeom>
          <a:noFill/>
          <a:ln>
            <a:noFill/>
          </a:ln>
        </p:spPr>
        <p:txBody>
          <a:bodyPr spcFirstLastPara="1" wrap="square" lIns="91425" tIns="91425" rIns="91425" bIns="91425" anchor="t" anchorCtr="0">
            <a:spAutoFit/>
          </a:bodyPr>
          <a:lstStyle/>
          <a:p>
            <a:pPr algn="ctr">
              <a:buClr>
                <a:schemeClr val="dk1"/>
              </a:buClr>
              <a:buSzPts val="2900"/>
            </a:pPr>
            <a:r>
              <a:rPr lang="en-US" sz="2900" b="1">
                <a:solidFill>
                  <a:schemeClr val="lt1"/>
                </a:solidFill>
              </a:rPr>
              <a:t>1. Linear Algebra</a:t>
            </a:r>
            <a:endParaRPr lang="en-US">
              <a:solidFill>
                <a:schemeClr val="lt1"/>
              </a:solidFill>
            </a:endParaRPr>
          </a:p>
        </p:txBody>
      </p:sp>
      <p:grpSp>
        <p:nvGrpSpPr>
          <p:cNvPr id="153" name="Google Shape;153;g1f13fe72866_0_0"/>
          <p:cNvGrpSpPr/>
          <p:nvPr/>
        </p:nvGrpSpPr>
        <p:grpSpPr>
          <a:xfrm>
            <a:off x="11573925" y="6265325"/>
            <a:ext cx="450900" cy="450900"/>
            <a:chOff x="11573925" y="6265325"/>
            <a:chExt cx="450900" cy="450900"/>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4</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32707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1.2. Vectors</a:t>
            </a:r>
            <a:endParaRPr lang="en-US"/>
          </a:p>
          <a:p>
            <a:r>
              <a:rPr lang="en-US" sz="1800" b="1"/>
              <a:t>1.2.1 Definition</a:t>
            </a:r>
          </a:p>
        </p:txBody>
      </p:sp>
      <p:sp>
        <p:nvSpPr>
          <p:cNvPr id="3" name="TextBox 2">
            <a:extLst>
              <a:ext uri="{FF2B5EF4-FFF2-40B4-BE49-F238E27FC236}">
                <a16:creationId xmlns:a16="http://schemas.microsoft.com/office/drawing/2014/main" id="{2CF7695C-6EF6-DFB7-7832-B3BAC080A2FF}"/>
              </a:ext>
            </a:extLst>
          </p:cNvPr>
          <p:cNvSpPr txBox="1"/>
          <p:nvPr/>
        </p:nvSpPr>
        <p:spPr>
          <a:xfrm>
            <a:off x="1499662" y="3537414"/>
            <a:ext cx="234042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 </a:t>
            </a:r>
            <a:r>
              <a:rPr lang="en-US" sz="2000" b="1" err="1"/>
              <a:t>x</a:t>
            </a:r>
            <a:r>
              <a:rPr lang="en-US" sz="2000" b="1"/>
              <a:t> </a:t>
            </a:r>
            <a:r>
              <a:rPr lang="en-US" sz="2000"/>
              <a:t>= (1; 2; 5; 8; 9)</a:t>
            </a:r>
            <a:endParaRPr lang="en-US" sz="2000" b="1"/>
          </a:p>
        </p:txBody>
      </p:sp>
      <p:pic>
        <p:nvPicPr>
          <p:cNvPr id="4" name="Picture 3" descr="A screenshot of a computer code&#10;&#10;Description automatically generated">
            <a:extLst>
              <a:ext uri="{FF2B5EF4-FFF2-40B4-BE49-F238E27FC236}">
                <a16:creationId xmlns:a16="http://schemas.microsoft.com/office/drawing/2014/main" id="{059590BB-3A4E-E402-CC9D-CB6F30BEF546}"/>
              </a:ext>
            </a:extLst>
          </p:cNvPr>
          <p:cNvPicPr>
            <a:picLocks noChangeAspect="1"/>
          </p:cNvPicPr>
          <p:nvPr/>
        </p:nvPicPr>
        <p:blipFill>
          <a:blip r:embed="rId3"/>
          <a:stretch>
            <a:fillRect/>
          </a:stretch>
        </p:blipFill>
        <p:spPr>
          <a:xfrm>
            <a:off x="5268465" y="3239819"/>
            <a:ext cx="3432628" cy="1863198"/>
          </a:xfrm>
          <a:prstGeom prst="rect">
            <a:avLst/>
          </a:prstGeom>
        </p:spPr>
      </p:pic>
      <p:sp>
        <p:nvSpPr>
          <p:cNvPr id="8" name="TextBox 7">
            <a:extLst>
              <a:ext uri="{FF2B5EF4-FFF2-40B4-BE49-F238E27FC236}">
                <a16:creationId xmlns:a16="http://schemas.microsoft.com/office/drawing/2014/main" id="{E560CB84-3486-D9C6-84FA-5E7CCADB1EE4}"/>
              </a:ext>
            </a:extLst>
          </p:cNvPr>
          <p:cNvSpPr txBox="1"/>
          <p:nvPr/>
        </p:nvSpPr>
        <p:spPr>
          <a:xfrm>
            <a:off x="957810" y="2261441"/>
            <a:ext cx="793595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Vector is defined under the operation of summation and the multiplication by a scalar</a:t>
            </a:r>
          </a:p>
        </p:txBody>
      </p:sp>
    </p:spTree>
    <p:extLst>
      <p:ext uri="{BB962C8B-B14F-4D97-AF65-F5344CB8AC3E}">
        <p14:creationId xmlns:p14="http://schemas.microsoft.com/office/powerpoint/2010/main" val="3994571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631200"/>
          </a:xfrm>
          <a:prstGeom prst="rect">
            <a:avLst/>
          </a:prstGeom>
          <a:noFill/>
          <a:ln>
            <a:noFill/>
          </a:ln>
        </p:spPr>
        <p:txBody>
          <a:bodyPr spcFirstLastPara="1" wrap="square" lIns="91425" tIns="91425" rIns="91425" bIns="91425" anchor="t" anchorCtr="0">
            <a:spAutoFit/>
          </a:bodyPr>
          <a:lstStyle/>
          <a:p>
            <a:pPr algn="ctr">
              <a:buClr>
                <a:schemeClr val="dk1"/>
              </a:buClr>
              <a:buSzPts val="2900"/>
            </a:pPr>
            <a:r>
              <a:rPr lang="en-US" sz="2900" b="1">
                <a:solidFill>
                  <a:schemeClr val="lt1"/>
                </a:solidFill>
              </a:rPr>
              <a:t>1. Linear Algebra</a:t>
            </a:r>
            <a:endParaRPr lang="en-US">
              <a:solidFill>
                <a:schemeClr val="lt1"/>
              </a:solidFill>
            </a:endParaRPr>
          </a:p>
        </p:txBody>
      </p:sp>
      <p:grpSp>
        <p:nvGrpSpPr>
          <p:cNvPr id="153" name="Google Shape;153;g1f13fe72866_0_0"/>
          <p:cNvGrpSpPr/>
          <p:nvPr/>
        </p:nvGrpSpPr>
        <p:grpSpPr>
          <a:xfrm>
            <a:off x="11573925" y="6265325"/>
            <a:ext cx="450900" cy="450900"/>
            <a:chOff x="11573925" y="6265325"/>
            <a:chExt cx="450900" cy="450900"/>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5</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32707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1.2. Vectors</a:t>
            </a:r>
          </a:p>
          <a:p>
            <a:r>
              <a:rPr lang="en-US" sz="1800" b="1"/>
              <a:t>1.2.2 Vector Operations</a:t>
            </a:r>
          </a:p>
        </p:txBody>
      </p:sp>
      <p:pic>
        <p:nvPicPr>
          <p:cNvPr id="2" name="Picture 1" descr="A diagram of a mathematical equation&#10;&#10;Description automatically generated">
            <a:extLst>
              <a:ext uri="{FF2B5EF4-FFF2-40B4-BE49-F238E27FC236}">
                <a16:creationId xmlns:a16="http://schemas.microsoft.com/office/drawing/2014/main" id="{EDBD782F-B29E-2CF5-0785-836843FB6D8E}"/>
              </a:ext>
            </a:extLst>
          </p:cNvPr>
          <p:cNvPicPr>
            <a:picLocks noChangeAspect="1"/>
          </p:cNvPicPr>
          <p:nvPr/>
        </p:nvPicPr>
        <p:blipFill>
          <a:blip r:embed="rId3"/>
          <a:stretch>
            <a:fillRect/>
          </a:stretch>
        </p:blipFill>
        <p:spPr>
          <a:xfrm>
            <a:off x="986972" y="3006804"/>
            <a:ext cx="4947556" cy="2313962"/>
          </a:xfrm>
          <a:prstGeom prst="rect">
            <a:avLst/>
          </a:prstGeom>
        </p:spPr>
      </p:pic>
      <p:pic>
        <p:nvPicPr>
          <p:cNvPr id="6" name="Picture 5" descr="A screenshot of a computer program&#10;&#10;Description automatically generated">
            <a:extLst>
              <a:ext uri="{FF2B5EF4-FFF2-40B4-BE49-F238E27FC236}">
                <a16:creationId xmlns:a16="http://schemas.microsoft.com/office/drawing/2014/main" id="{21A69D2D-89C6-ABF2-32C8-195E010FE427}"/>
              </a:ext>
            </a:extLst>
          </p:cNvPr>
          <p:cNvPicPr>
            <a:picLocks noChangeAspect="1"/>
          </p:cNvPicPr>
          <p:nvPr/>
        </p:nvPicPr>
        <p:blipFill>
          <a:blip r:embed="rId4"/>
          <a:stretch>
            <a:fillRect/>
          </a:stretch>
        </p:blipFill>
        <p:spPr>
          <a:xfrm>
            <a:off x="6892472" y="2060432"/>
            <a:ext cx="3441700" cy="3934566"/>
          </a:xfrm>
          <a:prstGeom prst="rect">
            <a:avLst/>
          </a:prstGeom>
        </p:spPr>
      </p:pic>
    </p:spTree>
    <p:extLst>
      <p:ext uri="{BB962C8B-B14F-4D97-AF65-F5344CB8AC3E}">
        <p14:creationId xmlns:p14="http://schemas.microsoft.com/office/powerpoint/2010/main" val="3342981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631200"/>
          </a:xfrm>
          <a:prstGeom prst="rect">
            <a:avLst/>
          </a:prstGeom>
          <a:noFill/>
          <a:ln>
            <a:noFill/>
          </a:ln>
        </p:spPr>
        <p:txBody>
          <a:bodyPr spcFirstLastPara="1" wrap="square" lIns="91425" tIns="91425" rIns="91425" bIns="91425" anchor="t" anchorCtr="0">
            <a:spAutoFit/>
          </a:bodyPr>
          <a:lstStyle/>
          <a:p>
            <a:pPr algn="ctr">
              <a:buClr>
                <a:schemeClr val="dk1"/>
              </a:buClr>
              <a:buSzPts val="2900"/>
            </a:pPr>
            <a:r>
              <a:rPr lang="en-US" sz="2900" b="1">
                <a:solidFill>
                  <a:schemeClr val="lt1"/>
                </a:solidFill>
              </a:rPr>
              <a:t>1. Linear Algebra</a:t>
            </a:r>
            <a:endParaRPr lang="en-US">
              <a:solidFill>
                <a:schemeClr val="lt1"/>
              </a:solidFill>
            </a:endParaRPr>
          </a:p>
        </p:txBody>
      </p:sp>
      <p:grpSp>
        <p:nvGrpSpPr>
          <p:cNvPr id="153" name="Google Shape;153;g1f13fe72866_0_0"/>
          <p:cNvGrpSpPr/>
          <p:nvPr/>
        </p:nvGrpSpPr>
        <p:grpSpPr>
          <a:xfrm>
            <a:off x="11573925" y="6265325"/>
            <a:ext cx="450900" cy="450900"/>
            <a:chOff x="11573925" y="6265325"/>
            <a:chExt cx="450900" cy="450900"/>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6</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32707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1.3. Matrices</a:t>
            </a:r>
          </a:p>
          <a:p>
            <a:r>
              <a:rPr lang="en-US" sz="1600" b="1"/>
              <a:t>1.3.1 Definition</a:t>
            </a:r>
          </a:p>
          <a:p>
            <a:endParaRPr lang="en-US" sz="2000" b="1"/>
          </a:p>
        </p:txBody>
      </p:sp>
      <p:sp>
        <p:nvSpPr>
          <p:cNvPr id="2" name="TextBox 1">
            <a:extLst>
              <a:ext uri="{FF2B5EF4-FFF2-40B4-BE49-F238E27FC236}">
                <a16:creationId xmlns:a16="http://schemas.microsoft.com/office/drawing/2014/main" id="{6FAABBFC-C43E-71FD-5BDA-44F32A2D8F2C}"/>
              </a:ext>
            </a:extLst>
          </p:cNvPr>
          <p:cNvSpPr txBox="1"/>
          <p:nvPr/>
        </p:nvSpPr>
        <p:spPr>
          <a:xfrm>
            <a:off x="761999" y="2403929"/>
            <a:ext cx="947964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Matrix is a rectangular array of numbers (or other mathematical objects), called the entries of the matrix</a:t>
            </a:r>
          </a:p>
        </p:txBody>
      </p:sp>
      <p:pic>
        <p:nvPicPr>
          <p:cNvPr id="3" name="Picture 2" descr="A group of black text&#10;&#10;Description automatically generated">
            <a:extLst>
              <a:ext uri="{FF2B5EF4-FFF2-40B4-BE49-F238E27FC236}">
                <a16:creationId xmlns:a16="http://schemas.microsoft.com/office/drawing/2014/main" id="{7446E75E-A386-B4AB-6CE6-1507E9916A1E}"/>
              </a:ext>
            </a:extLst>
          </p:cNvPr>
          <p:cNvPicPr>
            <a:picLocks noChangeAspect="1"/>
          </p:cNvPicPr>
          <p:nvPr/>
        </p:nvPicPr>
        <p:blipFill>
          <a:blip r:embed="rId3"/>
          <a:stretch>
            <a:fillRect/>
          </a:stretch>
        </p:blipFill>
        <p:spPr>
          <a:xfrm>
            <a:off x="932542" y="3470378"/>
            <a:ext cx="3904342" cy="1740601"/>
          </a:xfrm>
          <a:prstGeom prst="rect">
            <a:avLst/>
          </a:prstGeom>
        </p:spPr>
      </p:pic>
      <p:pic>
        <p:nvPicPr>
          <p:cNvPr id="4" name="Picture 3" descr="A screenshot of a computer code&#10;&#10;Description automatically generated">
            <a:extLst>
              <a:ext uri="{FF2B5EF4-FFF2-40B4-BE49-F238E27FC236}">
                <a16:creationId xmlns:a16="http://schemas.microsoft.com/office/drawing/2014/main" id="{BE2769F7-E0BF-6C0C-60E7-F47285060E32}"/>
              </a:ext>
            </a:extLst>
          </p:cNvPr>
          <p:cNvPicPr>
            <a:picLocks noChangeAspect="1"/>
          </p:cNvPicPr>
          <p:nvPr/>
        </p:nvPicPr>
        <p:blipFill>
          <a:blip r:embed="rId4"/>
          <a:stretch>
            <a:fillRect/>
          </a:stretch>
        </p:blipFill>
        <p:spPr>
          <a:xfrm>
            <a:off x="5968093" y="3432401"/>
            <a:ext cx="2977242" cy="2016124"/>
          </a:xfrm>
          <a:prstGeom prst="rect">
            <a:avLst/>
          </a:prstGeom>
        </p:spPr>
      </p:pic>
    </p:spTree>
    <p:extLst>
      <p:ext uri="{BB962C8B-B14F-4D97-AF65-F5344CB8AC3E}">
        <p14:creationId xmlns:p14="http://schemas.microsoft.com/office/powerpoint/2010/main" val="1855815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631200"/>
          </a:xfrm>
          <a:prstGeom prst="rect">
            <a:avLst/>
          </a:prstGeom>
          <a:noFill/>
          <a:ln>
            <a:noFill/>
          </a:ln>
        </p:spPr>
        <p:txBody>
          <a:bodyPr spcFirstLastPara="1" wrap="square" lIns="91425" tIns="91425" rIns="91425" bIns="91425" anchor="t" anchorCtr="0">
            <a:spAutoFit/>
          </a:bodyPr>
          <a:lstStyle/>
          <a:p>
            <a:pPr algn="ctr">
              <a:buClr>
                <a:schemeClr val="dk1"/>
              </a:buClr>
              <a:buSzPts val="2900"/>
            </a:pPr>
            <a:r>
              <a:rPr lang="en-US" sz="2900" b="1">
                <a:solidFill>
                  <a:schemeClr val="lt1"/>
                </a:solidFill>
              </a:rPr>
              <a:t>1. Linear Algebra</a:t>
            </a:r>
            <a:endParaRPr lang="en-US">
              <a:solidFill>
                <a:schemeClr val="lt1"/>
              </a:solidFill>
            </a:endParaRPr>
          </a:p>
        </p:txBody>
      </p:sp>
      <p:grpSp>
        <p:nvGrpSpPr>
          <p:cNvPr id="153" name="Google Shape;153;g1f13fe72866_0_0"/>
          <p:cNvGrpSpPr/>
          <p:nvPr/>
        </p:nvGrpSpPr>
        <p:grpSpPr>
          <a:xfrm>
            <a:off x="11573925" y="6265325"/>
            <a:ext cx="450900" cy="450900"/>
            <a:chOff x="11573925" y="6265325"/>
            <a:chExt cx="450900" cy="450900"/>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7</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32707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1.3. Matrices</a:t>
            </a:r>
          </a:p>
          <a:p>
            <a:r>
              <a:rPr lang="en-US" sz="1600" b="1"/>
              <a:t>1.3.2 Matrix operations</a:t>
            </a:r>
          </a:p>
          <a:p>
            <a:endParaRPr lang="en-US" sz="2000" b="1"/>
          </a:p>
        </p:txBody>
      </p:sp>
      <p:sp>
        <p:nvSpPr>
          <p:cNvPr id="6" name="TextBox 5">
            <a:extLst>
              <a:ext uri="{FF2B5EF4-FFF2-40B4-BE49-F238E27FC236}">
                <a16:creationId xmlns:a16="http://schemas.microsoft.com/office/drawing/2014/main" id="{870D274C-1059-FDB1-17C0-8D0801EDC357}"/>
              </a:ext>
            </a:extLst>
          </p:cNvPr>
          <p:cNvSpPr txBox="1"/>
          <p:nvPr/>
        </p:nvSpPr>
        <p:spPr>
          <a:xfrm>
            <a:off x="635000" y="2703285"/>
            <a:ext cx="156935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Element-wise</a:t>
            </a:r>
          </a:p>
        </p:txBody>
      </p:sp>
      <p:pic>
        <p:nvPicPr>
          <p:cNvPr id="7" name="Picture 6" descr="A group of numbers and symbols&#10;&#10;Description automatically generated">
            <a:extLst>
              <a:ext uri="{FF2B5EF4-FFF2-40B4-BE49-F238E27FC236}">
                <a16:creationId xmlns:a16="http://schemas.microsoft.com/office/drawing/2014/main" id="{E892B416-3CB4-0A8C-74D5-D7E584344E22}"/>
              </a:ext>
            </a:extLst>
          </p:cNvPr>
          <p:cNvPicPr>
            <a:picLocks noChangeAspect="1"/>
          </p:cNvPicPr>
          <p:nvPr/>
        </p:nvPicPr>
        <p:blipFill>
          <a:blip r:embed="rId3"/>
          <a:stretch>
            <a:fillRect/>
          </a:stretch>
        </p:blipFill>
        <p:spPr>
          <a:xfrm>
            <a:off x="406400" y="3512885"/>
            <a:ext cx="5092699" cy="1782586"/>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DB65D48A-FDE7-C908-7C26-A68EA638AA9D}"/>
              </a:ext>
            </a:extLst>
          </p:cNvPr>
          <p:cNvPicPr>
            <a:picLocks noChangeAspect="1"/>
          </p:cNvPicPr>
          <p:nvPr/>
        </p:nvPicPr>
        <p:blipFill>
          <a:blip r:embed="rId4"/>
          <a:stretch>
            <a:fillRect/>
          </a:stretch>
        </p:blipFill>
        <p:spPr>
          <a:xfrm>
            <a:off x="6636432" y="2130652"/>
            <a:ext cx="2547710" cy="4138839"/>
          </a:xfrm>
          <a:prstGeom prst="rect">
            <a:avLst/>
          </a:prstGeom>
        </p:spPr>
      </p:pic>
    </p:spTree>
    <p:extLst>
      <p:ext uri="{BB962C8B-B14F-4D97-AF65-F5344CB8AC3E}">
        <p14:creationId xmlns:p14="http://schemas.microsoft.com/office/powerpoint/2010/main" val="3740998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631200"/>
          </a:xfrm>
          <a:prstGeom prst="rect">
            <a:avLst/>
          </a:prstGeom>
          <a:noFill/>
          <a:ln>
            <a:noFill/>
          </a:ln>
        </p:spPr>
        <p:txBody>
          <a:bodyPr spcFirstLastPara="1" wrap="square" lIns="91425" tIns="91425" rIns="91425" bIns="91425" anchor="t" anchorCtr="0">
            <a:spAutoFit/>
          </a:bodyPr>
          <a:lstStyle/>
          <a:p>
            <a:pPr algn="ctr">
              <a:buClr>
                <a:schemeClr val="dk1"/>
              </a:buClr>
              <a:buSzPts val="2900"/>
            </a:pPr>
            <a:r>
              <a:rPr lang="en-US" sz="2900" b="1">
                <a:solidFill>
                  <a:schemeClr val="lt1"/>
                </a:solidFill>
              </a:rPr>
              <a:t>1. Linear Algebra</a:t>
            </a:r>
            <a:endParaRPr lang="en-US">
              <a:solidFill>
                <a:schemeClr val="lt1"/>
              </a:solidFill>
            </a:endParaRPr>
          </a:p>
        </p:txBody>
      </p:sp>
      <p:grpSp>
        <p:nvGrpSpPr>
          <p:cNvPr id="153" name="Google Shape;153;g1f13fe72866_0_0"/>
          <p:cNvGrpSpPr/>
          <p:nvPr/>
        </p:nvGrpSpPr>
        <p:grpSpPr>
          <a:xfrm>
            <a:off x="11573925" y="6265325"/>
            <a:ext cx="450900" cy="450900"/>
            <a:chOff x="11573925" y="6265325"/>
            <a:chExt cx="450900" cy="450900"/>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8</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32707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1.3. Matrices</a:t>
            </a:r>
          </a:p>
          <a:p>
            <a:r>
              <a:rPr lang="en-US" sz="1600" b="1"/>
              <a:t>1.3.2 Matrix operations</a:t>
            </a:r>
          </a:p>
          <a:p>
            <a:endParaRPr lang="en-US" sz="2000" b="1"/>
          </a:p>
        </p:txBody>
      </p:sp>
      <p:sp>
        <p:nvSpPr>
          <p:cNvPr id="6" name="TextBox 5">
            <a:extLst>
              <a:ext uri="{FF2B5EF4-FFF2-40B4-BE49-F238E27FC236}">
                <a16:creationId xmlns:a16="http://schemas.microsoft.com/office/drawing/2014/main" id="{870D274C-1059-FDB1-17C0-8D0801EDC357}"/>
              </a:ext>
            </a:extLst>
          </p:cNvPr>
          <p:cNvSpPr txBox="1"/>
          <p:nvPr/>
        </p:nvSpPr>
        <p:spPr>
          <a:xfrm>
            <a:off x="635000" y="2703285"/>
            <a:ext cx="234949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Matrix multiplication</a:t>
            </a:r>
          </a:p>
          <a:p>
            <a:pPr algn="l"/>
            <a:endParaRPr lang="en-US"/>
          </a:p>
        </p:txBody>
      </p:sp>
      <p:pic>
        <p:nvPicPr>
          <p:cNvPr id="2" name="Picture 1" descr="A group of black letters&#10;&#10;Description automatically generated">
            <a:extLst>
              <a:ext uri="{FF2B5EF4-FFF2-40B4-BE49-F238E27FC236}">
                <a16:creationId xmlns:a16="http://schemas.microsoft.com/office/drawing/2014/main" id="{FC9D9A5C-1EE9-C7E9-901F-CA55A89230D1}"/>
              </a:ext>
            </a:extLst>
          </p:cNvPr>
          <p:cNvPicPr>
            <a:picLocks noChangeAspect="1"/>
          </p:cNvPicPr>
          <p:nvPr/>
        </p:nvPicPr>
        <p:blipFill>
          <a:blip r:embed="rId3"/>
          <a:stretch>
            <a:fillRect/>
          </a:stretch>
        </p:blipFill>
        <p:spPr>
          <a:xfrm>
            <a:off x="941615" y="3666949"/>
            <a:ext cx="5029199" cy="1556102"/>
          </a:xfrm>
          <a:prstGeom prst="rect">
            <a:avLst/>
          </a:prstGeom>
        </p:spPr>
      </p:pic>
      <p:pic>
        <p:nvPicPr>
          <p:cNvPr id="3" name="Picture 2" descr="A screenshot of a computer program&#10;&#10;Description automatically generated">
            <a:extLst>
              <a:ext uri="{FF2B5EF4-FFF2-40B4-BE49-F238E27FC236}">
                <a16:creationId xmlns:a16="http://schemas.microsoft.com/office/drawing/2014/main" id="{A5E43E0C-E6EE-64D1-21A3-4B9B5D459C90}"/>
              </a:ext>
            </a:extLst>
          </p:cNvPr>
          <p:cNvPicPr>
            <a:picLocks noChangeAspect="1"/>
          </p:cNvPicPr>
          <p:nvPr/>
        </p:nvPicPr>
        <p:blipFill>
          <a:blip r:embed="rId4"/>
          <a:stretch>
            <a:fillRect/>
          </a:stretch>
        </p:blipFill>
        <p:spPr>
          <a:xfrm>
            <a:off x="7016073" y="2469924"/>
            <a:ext cx="3267073" cy="3351438"/>
          </a:xfrm>
          <a:prstGeom prst="rect">
            <a:avLst/>
          </a:prstGeom>
        </p:spPr>
      </p:pic>
    </p:spTree>
    <p:extLst>
      <p:ext uri="{BB962C8B-B14F-4D97-AF65-F5344CB8AC3E}">
        <p14:creationId xmlns:p14="http://schemas.microsoft.com/office/powerpoint/2010/main" val="371995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631200"/>
          </a:xfrm>
          <a:prstGeom prst="rect">
            <a:avLst/>
          </a:prstGeom>
          <a:noFill/>
          <a:ln>
            <a:noFill/>
          </a:ln>
        </p:spPr>
        <p:txBody>
          <a:bodyPr spcFirstLastPara="1" wrap="square" lIns="91425" tIns="91425" rIns="91425" bIns="91425" anchor="t" anchorCtr="0">
            <a:spAutoFit/>
          </a:bodyPr>
          <a:lstStyle/>
          <a:p>
            <a:pPr algn="ctr">
              <a:buClr>
                <a:schemeClr val="dk1"/>
              </a:buClr>
              <a:buSzPts val="2900"/>
            </a:pPr>
            <a:r>
              <a:rPr lang="en-US" sz="2900" b="1">
                <a:solidFill>
                  <a:schemeClr val="lt1"/>
                </a:solidFill>
              </a:rPr>
              <a:t>1. Linear Algebra</a:t>
            </a:r>
            <a:endParaRPr lang="en-US">
              <a:solidFill>
                <a:schemeClr val="lt1"/>
              </a:solidFill>
            </a:endParaRPr>
          </a:p>
        </p:txBody>
      </p:sp>
      <p:grpSp>
        <p:nvGrpSpPr>
          <p:cNvPr id="153" name="Google Shape;153;g1f13fe72866_0_0"/>
          <p:cNvGrpSpPr/>
          <p:nvPr/>
        </p:nvGrpSpPr>
        <p:grpSpPr>
          <a:xfrm>
            <a:off x="11573925" y="6265325"/>
            <a:ext cx="450900" cy="450900"/>
            <a:chOff x="11573925" y="6265325"/>
            <a:chExt cx="450900" cy="450900"/>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9</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32707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1.3. Matrices</a:t>
            </a:r>
          </a:p>
          <a:p>
            <a:r>
              <a:rPr lang="en-US" sz="1600" b="1"/>
              <a:t>1.3.3 Inverse Matrix </a:t>
            </a:r>
          </a:p>
        </p:txBody>
      </p:sp>
      <p:pic>
        <p:nvPicPr>
          <p:cNvPr id="4" name="Picture 3" descr="A black and white math equation&#10;&#10;Description automatically generated">
            <a:extLst>
              <a:ext uri="{FF2B5EF4-FFF2-40B4-BE49-F238E27FC236}">
                <a16:creationId xmlns:a16="http://schemas.microsoft.com/office/drawing/2014/main" id="{845339C0-DE87-8489-A4B9-8ED44D4867A4}"/>
              </a:ext>
            </a:extLst>
          </p:cNvPr>
          <p:cNvPicPr>
            <a:picLocks noChangeAspect="1"/>
          </p:cNvPicPr>
          <p:nvPr/>
        </p:nvPicPr>
        <p:blipFill>
          <a:blip r:embed="rId3"/>
          <a:stretch>
            <a:fillRect/>
          </a:stretch>
        </p:blipFill>
        <p:spPr>
          <a:xfrm>
            <a:off x="769257" y="2532248"/>
            <a:ext cx="2743200" cy="632361"/>
          </a:xfrm>
          <a:prstGeom prst="rect">
            <a:avLst/>
          </a:prstGeom>
        </p:spPr>
      </p:pic>
      <p:pic>
        <p:nvPicPr>
          <p:cNvPr id="7" name="Picture 6" descr="A black text with black letters&#10;&#10;Description automatically generated">
            <a:extLst>
              <a:ext uri="{FF2B5EF4-FFF2-40B4-BE49-F238E27FC236}">
                <a16:creationId xmlns:a16="http://schemas.microsoft.com/office/drawing/2014/main" id="{2CC60BC4-9679-5A2E-2047-CE0DFFA74B79}"/>
              </a:ext>
            </a:extLst>
          </p:cNvPr>
          <p:cNvPicPr>
            <a:picLocks noChangeAspect="1"/>
          </p:cNvPicPr>
          <p:nvPr/>
        </p:nvPicPr>
        <p:blipFill>
          <a:blip r:embed="rId4"/>
          <a:stretch>
            <a:fillRect/>
          </a:stretch>
        </p:blipFill>
        <p:spPr>
          <a:xfrm>
            <a:off x="976766" y="3118076"/>
            <a:ext cx="1457325" cy="676275"/>
          </a:xfrm>
          <a:prstGeom prst="rect">
            <a:avLst/>
          </a:prstGeom>
        </p:spPr>
      </p:pic>
      <p:pic>
        <p:nvPicPr>
          <p:cNvPr id="8" name="Picture 7" descr="A math equations on a white background&#10;&#10;Description automatically generated">
            <a:extLst>
              <a:ext uri="{FF2B5EF4-FFF2-40B4-BE49-F238E27FC236}">
                <a16:creationId xmlns:a16="http://schemas.microsoft.com/office/drawing/2014/main" id="{DF674916-3AB5-7F87-8996-CE4FDB5597B7}"/>
              </a:ext>
            </a:extLst>
          </p:cNvPr>
          <p:cNvPicPr>
            <a:picLocks noChangeAspect="1"/>
          </p:cNvPicPr>
          <p:nvPr/>
        </p:nvPicPr>
        <p:blipFill>
          <a:blip r:embed="rId5"/>
          <a:stretch>
            <a:fillRect/>
          </a:stretch>
        </p:blipFill>
        <p:spPr>
          <a:xfrm>
            <a:off x="333828" y="4009822"/>
            <a:ext cx="2743200" cy="1723073"/>
          </a:xfrm>
          <a:prstGeom prst="rect">
            <a:avLst/>
          </a:prstGeom>
        </p:spPr>
      </p:pic>
      <p:sp>
        <p:nvSpPr>
          <p:cNvPr id="9" name="TextBox 8">
            <a:extLst>
              <a:ext uri="{FF2B5EF4-FFF2-40B4-BE49-F238E27FC236}">
                <a16:creationId xmlns:a16="http://schemas.microsoft.com/office/drawing/2014/main" id="{855683D8-593A-D44D-8BE1-9B87FB2C324F}"/>
              </a:ext>
            </a:extLst>
          </p:cNvPr>
          <p:cNvSpPr txBox="1"/>
          <p:nvPr/>
        </p:nvSpPr>
        <p:spPr>
          <a:xfrm>
            <a:off x="771071" y="3302000"/>
            <a:ext cx="74385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Ex:</a:t>
            </a:r>
          </a:p>
        </p:txBody>
      </p:sp>
      <p:pic>
        <p:nvPicPr>
          <p:cNvPr id="10" name="Picture 9" descr="A screenshot of a computer&#10;&#10;Description automatically generated">
            <a:extLst>
              <a:ext uri="{FF2B5EF4-FFF2-40B4-BE49-F238E27FC236}">
                <a16:creationId xmlns:a16="http://schemas.microsoft.com/office/drawing/2014/main" id="{B6B43631-8DB3-758E-54E2-F67A623E24AC}"/>
              </a:ext>
            </a:extLst>
          </p:cNvPr>
          <p:cNvPicPr>
            <a:picLocks noChangeAspect="1"/>
          </p:cNvPicPr>
          <p:nvPr/>
        </p:nvPicPr>
        <p:blipFill>
          <a:blip r:embed="rId6"/>
          <a:stretch>
            <a:fillRect/>
          </a:stretch>
        </p:blipFill>
        <p:spPr>
          <a:xfrm>
            <a:off x="6007326" y="2096861"/>
            <a:ext cx="3370489" cy="3734707"/>
          </a:xfrm>
          <a:prstGeom prst="rect">
            <a:avLst/>
          </a:prstGeom>
        </p:spPr>
      </p:pic>
    </p:spTree>
    <p:extLst>
      <p:ext uri="{BB962C8B-B14F-4D97-AF65-F5344CB8AC3E}">
        <p14:creationId xmlns:p14="http://schemas.microsoft.com/office/powerpoint/2010/main" val="388903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631200"/>
          </a:xfrm>
          <a:prstGeom prst="rect">
            <a:avLst/>
          </a:prstGeom>
          <a:noFill/>
          <a:ln>
            <a:noFill/>
          </a:ln>
        </p:spPr>
        <p:txBody>
          <a:bodyPr spcFirstLastPara="1" wrap="square" lIns="91425" tIns="91425" rIns="91425" bIns="91425" anchor="t" anchorCtr="0">
            <a:spAutoFit/>
          </a:bodyPr>
          <a:lstStyle/>
          <a:p>
            <a:pPr algn="ctr">
              <a:buClr>
                <a:schemeClr val="dk1"/>
              </a:buClr>
              <a:buSzPts val="2900"/>
            </a:pPr>
            <a:r>
              <a:rPr lang="en-US" sz="2900" b="1">
                <a:solidFill>
                  <a:schemeClr val="lt1"/>
                </a:solidFill>
              </a:rPr>
              <a:t>1. Linear Algebra</a:t>
            </a:r>
            <a:endParaRPr lang="en-US">
              <a:solidFill>
                <a:schemeClr val="lt1"/>
              </a:solidFill>
            </a:endParaRPr>
          </a:p>
        </p:txBody>
      </p:sp>
      <p:grpSp>
        <p:nvGrpSpPr>
          <p:cNvPr id="153" name="Google Shape;153;g1f13fe72866_0_0"/>
          <p:cNvGrpSpPr/>
          <p:nvPr/>
        </p:nvGrpSpPr>
        <p:grpSpPr>
          <a:xfrm>
            <a:off x="11511420" y="6264218"/>
            <a:ext cx="513405" cy="452007"/>
            <a:chOff x="11511420" y="6264218"/>
            <a:chExt cx="513405" cy="452007"/>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511420" y="6264218"/>
              <a:ext cx="485214" cy="407757"/>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10</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32707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1.3. Matrices</a:t>
            </a:r>
          </a:p>
          <a:p>
            <a:r>
              <a:rPr lang="en-US" sz="1600" b="1"/>
              <a:t>1.3</a:t>
            </a:r>
            <a:r>
              <a:rPr lang="en-US" sz="1600" b="1" u="sng"/>
              <a:t>.4 Matrix in Python</a:t>
            </a:r>
          </a:p>
        </p:txBody>
      </p:sp>
      <p:pic>
        <p:nvPicPr>
          <p:cNvPr id="6" name="Picture 5">
            <a:extLst>
              <a:ext uri="{FF2B5EF4-FFF2-40B4-BE49-F238E27FC236}">
                <a16:creationId xmlns:a16="http://schemas.microsoft.com/office/drawing/2014/main" id="{88C2026B-48CB-3017-C364-9E35657E6446}"/>
              </a:ext>
            </a:extLst>
          </p:cNvPr>
          <p:cNvPicPr>
            <a:picLocks noChangeAspect="1"/>
          </p:cNvPicPr>
          <p:nvPr/>
        </p:nvPicPr>
        <p:blipFill>
          <a:blip r:embed="rId3"/>
          <a:stretch>
            <a:fillRect/>
          </a:stretch>
        </p:blipFill>
        <p:spPr>
          <a:xfrm>
            <a:off x="769257" y="2358417"/>
            <a:ext cx="3405413" cy="1506165"/>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0796060A-0DD1-6B36-30C8-B2E32D47BF11}"/>
              </a:ext>
            </a:extLst>
          </p:cNvPr>
          <p:cNvPicPr>
            <a:picLocks noChangeAspect="1"/>
          </p:cNvPicPr>
          <p:nvPr/>
        </p:nvPicPr>
        <p:blipFill>
          <a:blip r:embed="rId4"/>
          <a:stretch>
            <a:fillRect/>
          </a:stretch>
        </p:blipFill>
        <p:spPr>
          <a:xfrm>
            <a:off x="5513614" y="2245160"/>
            <a:ext cx="4884057" cy="4091250"/>
          </a:xfrm>
          <a:prstGeom prst="rect">
            <a:avLst/>
          </a:prstGeom>
        </p:spPr>
      </p:pic>
      <p:pic>
        <p:nvPicPr>
          <p:cNvPr id="13" name="Picture 12" descr="A screenshot of a computer&#10;&#10;Description automatically generated">
            <a:extLst>
              <a:ext uri="{FF2B5EF4-FFF2-40B4-BE49-F238E27FC236}">
                <a16:creationId xmlns:a16="http://schemas.microsoft.com/office/drawing/2014/main" id="{DB586716-A770-0C84-7C50-777099EBA0C6}"/>
              </a:ext>
            </a:extLst>
          </p:cNvPr>
          <p:cNvPicPr>
            <a:picLocks noChangeAspect="1"/>
          </p:cNvPicPr>
          <p:nvPr/>
        </p:nvPicPr>
        <p:blipFill>
          <a:blip r:embed="rId5"/>
          <a:stretch>
            <a:fillRect/>
          </a:stretch>
        </p:blipFill>
        <p:spPr>
          <a:xfrm>
            <a:off x="678544" y="4091987"/>
            <a:ext cx="4484913" cy="2284453"/>
          </a:xfrm>
          <a:prstGeom prst="rect">
            <a:avLst/>
          </a:prstGeom>
        </p:spPr>
      </p:pic>
    </p:spTree>
    <p:extLst>
      <p:ext uri="{BB962C8B-B14F-4D97-AF65-F5344CB8AC3E}">
        <p14:creationId xmlns:p14="http://schemas.microsoft.com/office/powerpoint/2010/main" val="1493707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631200"/>
          </a:xfrm>
          <a:prstGeom prst="rect">
            <a:avLst/>
          </a:prstGeom>
          <a:noFill/>
          <a:ln>
            <a:noFill/>
          </a:ln>
        </p:spPr>
        <p:txBody>
          <a:bodyPr spcFirstLastPara="1" wrap="square" lIns="91425" tIns="91425" rIns="91425" bIns="91425" anchor="t" anchorCtr="0">
            <a:spAutoFit/>
          </a:bodyPr>
          <a:lstStyle/>
          <a:p>
            <a:pPr algn="ctr">
              <a:buClr>
                <a:schemeClr val="dk1"/>
              </a:buClr>
              <a:buSzPts val="2900"/>
            </a:pPr>
            <a:r>
              <a:rPr lang="en-US" sz="2900" b="1">
                <a:solidFill>
                  <a:schemeClr val="lt1"/>
                </a:solidFill>
              </a:rPr>
              <a:t>1. Linear Algebra</a:t>
            </a:r>
            <a:endParaRPr lang="en-US">
              <a:solidFill>
                <a:schemeClr val="lt1"/>
              </a:solidFill>
            </a:endParaRPr>
          </a:p>
        </p:txBody>
      </p:sp>
      <p:grpSp>
        <p:nvGrpSpPr>
          <p:cNvPr id="153" name="Google Shape;153;g1f13fe72866_0_0"/>
          <p:cNvGrpSpPr/>
          <p:nvPr/>
        </p:nvGrpSpPr>
        <p:grpSpPr>
          <a:xfrm>
            <a:off x="11511420" y="6264218"/>
            <a:ext cx="513405" cy="452007"/>
            <a:chOff x="11511420" y="6264218"/>
            <a:chExt cx="513405" cy="452007"/>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511420" y="6264218"/>
              <a:ext cx="485214" cy="407757"/>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11</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32707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1.4. </a:t>
            </a:r>
            <a:r>
              <a:rPr lang="en-US" sz="2000" b="1" err="1"/>
              <a:t>Excercises</a:t>
            </a:r>
            <a:endParaRPr lang="en-US" sz="2000" b="1"/>
          </a:p>
          <a:p>
            <a:endParaRPr lang="en-US" sz="1600" b="1"/>
          </a:p>
        </p:txBody>
      </p:sp>
      <p:sp>
        <p:nvSpPr>
          <p:cNvPr id="2" name="TextBox 1">
            <a:extLst>
              <a:ext uri="{FF2B5EF4-FFF2-40B4-BE49-F238E27FC236}">
                <a16:creationId xmlns:a16="http://schemas.microsoft.com/office/drawing/2014/main" id="{5AA0979B-6249-0D28-9CBE-36B38B1A2C80}"/>
              </a:ext>
            </a:extLst>
          </p:cNvPr>
          <p:cNvSpPr txBox="1"/>
          <p:nvPr/>
        </p:nvSpPr>
        <p:spPr>
          <a:xfrm>
            <a:off x="934720" y="2204720"/>
            <a:ext cx="754888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hlinkClick r:id="rId3"/>
              </a:rPr>
              <a:t>https://drive.google.com/file/d/1eSYMtHj-HastfapJsGRaaKh1Ff09hWJv/view?usp=drive_link</a:t>
            </a:r>
            <a:endParaRPr lang="en-US" sz="1800"/>
          </a:p>
          <a:p>
            <a:endParaRPr lang="en-US"/>
          </a:p>
        </p:txBody>
      </p:sp>
    </p:spTree>
    <p:extLst>
      <p:ext uri="{BB962C8B-B14F-4D97-AF65-F5344CB8AC3E}">
        <p14:creationId xmlns:p14="http://schemas.microsoft.com/office/powerpoint/2010/main" val="2587835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1077188"/>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2. Multivariable Calculus</a:t>
            </a:r>
          </a:p>
          <a:p>
            <a:pPr algn="ctr">
              <a:buSzPts val="2900"/>
            </a:pPr>
            <a:endParaRPr lang="en-US" sz="2900" b="1">
              <a:solidFill>
                <a:schemeClr val="lt1"/>
              </a:solidFill>
            </a:endParaRPr>
          </a:p>
        </p:txBody>
      </p:sp>
      <p:grpSp>
        <p:nvGrpSpPr>
          <p:cNvPr id="153" name="Google Shape;153;g1f13fe72866_0_0"/>
          <p:cNvGrpSpPr/>
          <p:nvPr/>
        </p:nvGrpSpPr>
        <p:grpSpPr>
          <a:xfrm>
            <a:off x="11511420" y="6264218"/>
            <a:ext cx="513405" cy="452007"/>
            <a:chOff x="11511420" y="6264218"/>
            <a:chExt cx="513405" cy="452007"/>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511420" y="6264218"/>
              <a:ext cx="485214" cy="407757"/>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12</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32707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2.1.  Integral Calculus</a:t>
            </a:r>
          </a:p>
          <a:p>
            <a:endParaRPr lang="en-US" sz="1600" b="1" u="sng"/>
          </a:p>
        </p:txBody>
      </p:sp>
      <p:pic>
        <p:nvPicPr>
          <p:cNvPr id="2" name="Picture 1" descr="A diagram of a wheel and a diagram of a wheel&#10;&#10;Description automatically generated">
            <a:extLst>
              <a:ext uri="{FF2B5EF4-FFF2-40B4-BE49-F238E27FC236}">
                <a16:creationId xmlns:a16="http://schemas.microsoft.com/office/drawing/2014/main" id="{0062D8E8-39A8-02DC-D140-F7AB25D93829}"/>
              </a:ext>
            </a:extLst>
          </p:cNvPr>
          <p:cNvPicPr>
            <a:picLocks noChangeAspect="1"/>
          </p:cNvPicPr>
          <p:nvPr/>
        </p:nvPicPr>
        <p:blipFill>
          <a:blip r:embed="rId3"/>
          <a:stretch>
            <a:fillRect/>
          </a:stretch>
        </p:blipFill>
        <p:spPr>
          <a:xfrm>
            <a:off x="478972" y="2463272"/>
            <a:ext cx="5246914" cy="3482672"/>
          </a:xfrm>
          <a:prstGeom prst="rect">
            <a:avLst/>
          </a:prstGeom>
        </p:spPr>
      </p:pic>
      <p:pic>
        <p:nvPicPr>
          <p:cNvPr id="3" name="Picture 2" descr="A graph of a circle with a circle and a circle with a circle and a circle with a circle with a circle and a circle with a circle with a circle with a circle with a circle and&#10;&#10;Description automatically generated">
            <a:extLst>
              <a:ext uri="{FF2B5EF4-FFF2-40B4-BE49-F238E27FC236}">
                <a16:creationId xmlns:a16="http://schemas.microsoft.com/office/drawing/2014/main" id="{7AD4F592-9B55-6AFB-5573-F54E8A007927}"/>
              </a:ext>
            </a:extLst>
          </p:cNvPr>
          <p:cNvPicPr>
            <a:picLocks noChangeAspect="1"/>
          </p:cNvPicPr>
          <p:nvPr/>
        </p:nvPicPr>
        <p:blipFill>
          <a:blip r:embed="rId4"/>
          <a:stretch>
            <a:fillRect/>
          </a:stretch>
        </p:blipFill>
        <p:spPr>
          <a:xfrm>
            <a:off x="5849257" y="2488206"/>
            <a:ext cx="5437414" cy="3441874"/>
          </a:xfrm>
          <a:prstGeom prst="rect">
            <a:avLst/>
          </a:prstGeom>
        </p:spPr>
      </p:pic>
      <p:sp>
        <p:nvSpPr>
          <p:cNvPr id="4" name="TextBox 3">
            <a:extLst>
              <a:ext uri="{FF2B5EF4-FFF2-40B4-BE49-F238E27FC236}">
                <a16:creationId xmlns:a16="http://schemas.microsoft.com/office/drawing/2014/main" id="{898E02ED-30D6-6FD4-2CF3-29397EDC0471}"/>
              </a:ext>
            </a:extLst>
          </p:cNvPr>
          <p:cNvSpPr txBox="1"/>
          <p:nvPr/>
        </p:nvSpPr>
        <p:spPr>
          <a:xfrm>
            <a:off x="1832428" y="6150428"/>
            <a:ext cx="1242785" cy="308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traditional</a:t>
            </a:r>
          </a:p>
        </p:txBody>
      </p:sp>
      <p:sp>
        <p:nvSpPr>
          <p:cNvPr id="8" name="TextBox 7">
            <a:extLst>
              <a:ext uri="{FF2B5EF4-FFF2-40B4-BE49-F238E27FC236}">
                <a16:creationId xmlns:a16="http://schemas.microsoft.com/office/drawing/2014/main" id="{283E3654-5148-20EF-40A2-C5CCD4B7CFB6}"/>
              </a:ext>
            </a:extLst>
          </p:cNvPr>
          <p:cNvSpPr txBox="1"/>
          <p:nvPr/>
        </p:nvSpPr>
        <p:spPr>
          <a:xfrm>
            <a:off x="7574642" y="6050642"/>
            <a:ext cx="195942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Infinitesimal Calculus</a:t>
            </a:r>
          </a:p>
        </p:txBody>
      </p:sp>
    </p:spTree>
    <p:extLst>
      <p:ext uri="{BB962C8B-B14F-4D97-AF65-F5344CB8AC3E}">
        <p14:creationId xmlns:p14="http://schemas.microsoft.com/office/powerpoint/2010/main" val="4250473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1077188"/>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2. Multivariable Calculus</a:t>
            </a:r>
          </a:p>
          <a:p>
            <a:pPr algn="ctr">
              <a:buSzPts val="2900"/>
            </a:pPr>
            <a:endParaRPr lang="en-US" sz="2900" b="1">
              <a:solidFill>
                <a:schemeClr val="lt1"/>
              </a:solidFill>
            </a:endParaRPr>
          </a:p>
        </p:txBody>
      </p:sp>
      <p:grpSp>
        <p:nvGrpSpPr>
          <p:cNvPr id="153" name="Google Shape;153;g1f13fe72866_0_0"/>
          <p:cNvGrpSpPr/>
          <p:nvPr/>
        </p:nvGrpSpPr>
        <p:grpSpPr>
          <a:xfrm>
            <a:off x="11511420" y="6264218"/>
            <a:ext cx="513405" cy="452007"/>
            <a:chOff x="11511420" y="6264218"/>
            <a:chExt cx="513405" cy="452007"/>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511420" y="6264218"/>
              <a:ext cx="485214" cy="407757"/>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13</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32707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2.2.  Differential Calculus</a:t>
            </a:r>
            <a:endParaRPr lang="en-US" sz="2000" b="1" err="1"/>
          </a:p>
          <a:p>
            <a:endParaRPr lang="en-US" sz="1600" b="1" u="sng"/>
          </a:p>
        </p:txBody>
      </p:sp>
      <p:pic>
        <p:nvPicPr>
          <p:cNvPr id="6" name="Picture 5" descr="A math equations on a white background&#10;&#10;Description automatically generated">
            <a:extLst>
              <a:ext uri="{FF2B5EF4-FFF2-40B4-BE49-F238E27FC236}">
                <a16:creationId xmlns:a16="http://schemas.microsoft.com/office/drawing/2014/main" id="{7DE15A75-9037-198F-2A17-96E3BB715393}"/>
              </a:ext>
            </a:extLst>
          </p:cNvPr>
          <p:cNvPicPr>
            <a:picLocks noChangeAspect="1"/>
          </p:cNvPicPr>
          <p:nvPr/>
        </p:nvPicPr>
        <p:blipFill>
          <a:blip r:embed="rId3"/>
          <a:stretch>
            <a:fillRect/>
          </a:stretch>
        </p:blipFill>
        <p:spPr>
          <a:xfrm>
            <a:off x="823686" y="2337589"/>
            <a:ext cx="4902200" cy="1239395"/>
          </a:xfrm>
          <a:prstGeom prst="rect">
            <a:avLst/>
          </a:prstGeom>
        </p:spPr>
      </p:pic>
      <p:pic>
        <p:nvPicPr>
          <p:cNvPr id="7" name="Picture 6" descr="A screenshot of a computer code&#10;&#10;Description automatically generated">
            <a:extLst>
              <a:ext uri="{FF2B5EF4-FFF2-40B4-BE49-F238E27FC236}">
                <a16:creationId xmlns:a16="http://schemas.microsoft.com/office/drawing/2014/main" id="{F1F0CAF9-8055-938D-71F2-B8A3451B98F6}"/>
              </a:ext>
            </a:extLst>
          </p:cNvPr>
          <p:cNvPicPr>
            <a:picLocks noChangeAspect="1"/>
          </p:cNvPicPr>
          <p:nvPr/>
        </p:nvPicPr>
        <p:blipFill>
          <a:blip r:embed="rId4"/>
          <a:stretch>
            <a:fillRect/>
          </a:stretch>
        </p:blipFill>
        <p:spPr>
          <a:xfrm>
            <a:off x="6012544" y="1769730"/>
            <a:ext cx="5074556" cy="4153109"/>
          </a:xfrm>
          <a:prstGeom prst="rect">
            <a:avLst/>
          </a:prstGeom>
        </p:spPr>
      </p:pic>
    </p:spTree>
    <p:extLst>
      <p:ext uri="{BB962C8B-B14F-4D97-AF65-F5344CB8AC3E}">
        <p14:creationId xmlns:p14="http://schemas.microsoft.com/office/powerpoint/2010/main" val="3913593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1077188"/>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2. Multivariable Calculus</a:t>
            </a:r>
          </a:p>
          <a:p>
            <a:pPr algn="ctr">
              <a:buSzPts val="2900"/>
            </a:pPr>
            <a:endParaRPr lang="en-US" sz="2900" b="1">
              <a:solidFill>
                <a:schemeClr val="lt1"/>
              </a:solidFill>
            </a:endParaRPr>
          </a:p>
        </p:txBody>
      </p:sp>
      <p:grpSp>
        <p:nvGrpSpPr>
          <p:cNvPr id="153" name="Google Shape;153;g1f13fe72866_0_0"/>
          <p:cNvGrpSpPr/>
          <p:nvPr/>
        </p:nvGrpSpPr>
        <p:grpSpPr>
          <a:xfrm>
            <a:off x="11511420" y="6264218"/>
            <a:ext cx="513405" cy="452007"/>
            <a:chOff x="11511420" y="6264218"/>
            <a:chExt cx="513405" cy="452007"/>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511420" y="6264218"/>
              <a:ext cx="485214" cy="407757"/>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14</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32707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2.3.  Gradient </a:t>
            </a:r>
            <a:r>
              <a:rPr lang="en-US" sz="2000" b="1" err="1"/>
              <a:t>descentalue</a:t>
            </a:r>
            <a:endParaRPr lang="en-US" sz="2000" b="1"/>
          </a:p>
          <a:p>
            <a:endParaRPr lang="en-US" sz="2000" b="1"/>
          </a:p>
          <a:p>
            <a:endParaRPr lang="en-US" sz="1600" b="1" u="sng"/>
          </a:p>
        </p:txBody>
      </p:sp>
      <p:sp>
        <p:nvSpPr>
          <p:cNvPr id="2" name="TextBox 1">
            <a:extLst>
              <a:ext uri="{FF2B5EF4-FFF2-40B4-BE49-F238E27FC236}">
                <a16:creationId xmlns:a16="http://schemas.microsoft.com/office/drawing/2014/main" id="{9125AF44-ED44-AE0A-9897-F47E7B2A71B5}"/>
              </a:ext>
            </a:extLst>
          </p:cNvPr>
          <p:cNvSpPr txBox="1"/>
          <p:nvPr/>
        </p:nvSpPr>
        <p:spPr>
          <a:xfrm>
            <a:off x="734785" y="2113642"/>
            <a:ext cx="307521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Partial derivative</a:t>
            </a:r>
          </a:p>
        </p:txBody>
      </p:sp>
      <p:pic>
        <p:nvPicPr>
          <p:cNvPr id="4" name="Picture 3" descr="A black text on a white background&#10;&#10;Description automatically generated">
            <a:extLst>
              <a:ext uri="{FF2B5EF4-FFF2-40B4-BE49-F238E27FC236}">
                <a16:creationId xmlns:a16="http://schemas.microsoft.com/office/drawing/2014/main" id="{6C821C4C-74FC-95B0-0A92-D0F9713ED355}"/>
              </a:ext>
            </a:extLst>
          </p:cNvPr>
          <p:cNvPicPr>
            <a:picLocks noChangeAspect="1"/>
          </p:cNvPicPr>
          <p:nvPr/>
        </p:nvPicPr>
        <p:blipFill>
          <a:blip r:embed="rId4"/>
          <a:stretch>
            <a:fillRect/>
          </a:stretch>
        </p:blipFill>
        <p:spPr>
          <a:xfrm>
            <a:off x="633186" y="2770491"/>
            <a:ext cx="8621485" cy="945090"/>
          </a:xfrm>
          <a:prstGeom prst="rect">
            <a:avLst/>
          </a:prstGeom>
        </p:spPr>
      </p:pic>
      <p:pic>
        <p:nvPicPr>
          <p:cNvPr id="8" name="Picture 7">
            <a:extLst>
              <a:ext uri="{FF2B5EF4-FFF2-40B4-BE49-F238E27FC236}">
                <a16:creationId xmlns:a16="http://schemas.microsoft.com/office/drawing/2014/main" id="{DC3CDC59-2B69-AF83-8F3C-3C92551EDCD9}"/>
              </a:ext>
            </a:extLst>
          </p:cNvPr>
          <p:cNvPicPr>
            <a:picLocks noChangeAspect="1"/>
          </p:cNvPicPr>
          <p:nvPr/>
        </p:nvPicPr>
        <p:blipFill>
          <a:blip r:embed="rId5"/>
          <a:stretch>
            <a:fillRect/>
          </a:stretch>
        </p:blipFill>
        <p:spPr>
          <a:xfrm>
            <a:off x="696685" y="4546422"/>
            <a:ext cx="5265057" cy="1248584"/>
          </a:xfrm>
          <a:prstGeom prst="rect">
            <a:avLst/>
          </a:prstGeom>
        </p:spPr>
      </p:pic>
      <p:sp>
        <p:nvSpPr>
          <p:cNvPr id="9" name="TextBox 8">
            <a:extLst>
              <a:ext uri="{FF2B5EF4-FFF2-40B4-BE49-F238E27FC236}">
                <a16:creationId xmlns:a16="http://schemas.microsoft.com/office/drawing/2014/main" id="{A314D8B0-DCB8-305F-182B-912FCEBAD7DF}"/>
              </a:ext>
            </a:extLst>
          </p:cNvPr>
          <p:cNvSpPr txBox="1"/>
          <p:nvPr/>
        </p:nvSpPr>
        <p:spPr>
          <a:xfrm>
            <a:off x="734784" y="3891641"/>
            <a:ext cx="307521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Gradient descent</a:t>
            </a:r>
            <a:endParaRPr lang="en-US"/>
          </a:p>
        </p:txBody>
      </p:sp>
    </p:spTree>
    <p:extLst>
      <p:ext uri="{BB962C8B-B14F-4D97-AF65-F5344CB8AC3E}">
        <p14:creationId xmlns:p14="http://schemas.microsoft.com/office/powerpoint/2010/main" val="3231491194"/>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1077188"/>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2. Multivariable Calculus</a:t>
            </a:r>
          </a:p>
          <a:p>
            <a:pPr algn="ctr">
              <a:buSzPts val="2900"/>
            </a:pPr>
            <a:endParaRPr lang="en-US" sz="2900" b="1">
              <a:solidFill>
                <a:schemeClr val="lt1"/>
              </a:solidFill>
            </a:endParaRPr>
          </a:p>
        </p:txBody>
      </p:sp>
      <p:grpSp>
        <p:nvGrpSpPr>
          <p:cNvPr id="153" name="Google Shape;153;g1f13fe72866_0_0"/>
          <p:cNvGrpSpPr/>
          <p:nvPr/>
        </p:nvGrpSpPr>
        <p:grpSpPr>
          <a:xfrm>
            <a:off x="11511420" y="6264218"/>
            <a:ext cx="513405" cy="452007"/>
            <a:chOff x="11511420" y="6264218"/>
            <a:chExt cx="513405" cy="452007"/>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511420" y="6264218"/>
              <a:ext cx="485214" cy="407757"/>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15</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327070" cy="12618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2.4.  Feed forward</a:t>
            </a:r>
            <a:endParaRPr lang="en-US"/>
          </a:p>
          <a:p>
            <a:endParaRPr lang="en-US" sz="2000" b="1"/>
          </a:p>
          <a:p>
            <a:endParaRPr lang="en-US" sz="2000" b="1"/>
          </a:p>
          <a:p>
            <a:endParaRPr lang="en-US" sz="1600" b="1" u="sng"/>
          </a:p>
        </p:txBody>
      </p:sp>
      <p:pic>
        <p:nvPicPr>
          <p:cNvPr id="3" name="Picture 2">
            <a:extLst>
              <a:ext uri="{FF2B5EF4-FFF2-40B4-BE49-F238E27FC236}">
                <a16:creationId xmlns:a16="http://schemas.microsoft.com/office/drawing/2014/main" id="{1031CAFD-E5AF-C333-9862-C062538CDF9C}"/>
              </a:ext>
            </a:extLst>
          </p:cNvPr>
          <p:cNvPicPr>
            <a:picLocks noChangeAspect="1"/>
          </p:cNvPicPr>
          <p:nvPr/>
        </p:nvPicPr>
        <p:blipFill>
          <a:blip r:embed="rId3"/>
          <a:stretch>
            <a:fillRect/>
          </a:stretch>
        </p:blipFill>
        <p:spPr>
          <a:xfrm>
            <a:off x="1259115" y="2195211"/>
            <a:ext cx="2743200" cy="2413150"/>
          </a:xfrm>
          <a:prstGeom prst="rect">
            <a:avLst/>
          </a:prstGeom>
        </p:spPr>
      </p:pic>
      <p:pic>
        <p:nvPicPr>
          <p:cNvPr id="6" name="Picture 5" descr="A diagram of a mathematical equation&#10;&#10;Description automatically generated">
            <a:extLst>
              <a:ext uri="{FF2B5EF4-FFF2-40B4-BE49-F238E27FC236}">
                <a16:creationId xmlns:a16="http://schemas.microsoft.com/office/drawing/2014/main" id="{0632E9F4-3F9A-9F8F-312B-A6EBAA5F6C4A}"/>
              </a:ext>
            </a:extLst>
          </p:cNvPr>
          <p:cNvPicPr>
            <a:picLocks noChangeAspect="1"/>
          </p:cNvPicPr>
          <p:nvPr/>
        </p:nvPicPr>
        <p:blipFill>
          <a:blip r:embed="rId4"/>
          <a:stretch>
            <a:fillRect/>
          </a:stretch>
        </p:blipFill>
        <p:spPr>
          <a:xfrm>
            <a:off x="4697186" y="2554886"/>
            <a:ext cx="6480628" cy="1757298"/>
          </a:xfrm>
          <a:prstGeom prst="rect">
            <a:avLst/>
          </a:prstGeom>
        </p:spPr>
      </p:pic>
      <p:sp>
        <p:nvSpPr>
          <p:cNvPr id="7" name="TextBox 6">
            <a:extLst>
              <a:ext uri="{FF2B5EF4-FFF2-40B4-BE49-F238E27FC236}">
                <a16:creationId xmlns:a16="http://schemas.microsoft.com/office/drawing/2014/main" id="{665A6123-97CF-B7D3-89E5-04543E6BA6BA}"/>
              </a:ext>
            </a:extLst>
          </p:cNvPr>
          <p:cNvSpPr txBox="1"/>
          <p:nvPr/>
        </p:nvSpPr>
        <p:spPr>
          <a:xfrm>
            <a:off x="1932214" y="4780642"/>
            <a:ext cx="185057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Neural Network</a:t>
            </a:r>
          </a:p>
        </p:txBody>
      </p:sp>
      <p:sp>
        <p:nvSpPr>
          <p:cNvPr id="10" name="TextBox 9">
            <a:extLst>
              <a:ext uri="{FF2B5EF4-FFF2-40B4-BE49-F238E27FC236}">
                <a16:creationId xmlns:a16="http://schemas.microsoft.com/office/drawing/2014/main" id="{E16A1147-6AEA-F011-FB75-1CDA83F45785}"/>
              </a:ext>
            </a:extLst>
          </p:cNvPr>
          <p:cNvSpPr txBox="1"/>
          <p:nvPr/>
        </p:nvSpPr>
        <p:spPr>
          <a:xfrm>
            <a:off x="1206499" y="5315857"/>
            <a:ext cx="324757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Input: x</a:t>
            </a:r>
          </a:p>
          <a:p>
            <a:r>
              <a:rPr lang="en-US" sz="1600"/>
              <a:t>Layer 1: z = </a:t>
            </a:r>
            <a:r>
              <a:rPr lang="en-US" sz="1600" b="1" err="1"/>
              <a:t>W</a:t>
            </a:r>
            <a:r>
              <a:rPr lang="en-US" sz="1600" err="1"/>
              <a:t>x</a:t>
            </a:r>
            <a:r>
              <a:rPr lang="en-US" sz="1600"/>
              <a:t> + b</a:t>
            </a:r>
          </a:p>
          <a:p>
            <a:r>
              <a:rPr lang="en-US" sz="1600"/>
              <a:t>Activation: </a:t>
            </a:r>
            <a:r>
              <a:rPr lang="en-US" sz="1600" b="1"/>
              <a:t>h </a:t>
            </a:r>
            <a:r>
              <a:rPr lang="en-US" sz="1600"/>
              <a:t>= f(z)</a:t>
            </a:r>
          </a:p>
          <a:p>
            <a:r>
              <a:rPr lang="en-US" sz="1600"/>
              <a:t>Output: s = </a:t>
            </a:r>
            <a:r>
              <a:rPr lang="en-US" sz="1600" b="1" err="1"/>
              <a:t>u</a:t>
            </a:r>
            <a:r>
              <a:rPr lang="en-US" sz="1600" b="1" baseline="30000" err="1"/>
              <a:t>T</a:t>
            </a:r>
            <a:r>
              <a:rPr lang="en-US" sz="1600" b="1" err="1"/>
              <a:t>h</a:t>
            </a:r>
            <a:endParaRPr lang="en-US" sz="1600" b="1" baseline="30000"/>
          </a:p>
        </p:txBody>
      </p:sp>
    </p:spTree>
    <p:extLst>
      <p:ext uri="{BB962C8B-B14F-4D97-AF65-F5344CB8AC3E}">
        <p14:creationId xmlns:p14="http://schemas.microsoft.com/office/powerpoint/2010/main" val="3681026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1077188"/>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2. Multivariable Calculus</a:t>
            </a:r>
          </a:p>
          <a:p>
            <a:pPr algn="ctr">
              <a:buSzPts val="2900"/>
            </a:pPr>
            <a:endParaRPr lang="en-US" sz="2900" b="1">
              <a:solidFill>
                <a:schemeClr val="lt1"/>
              </a:solidFill>
            </a:endParaRPr>
          </a:p>
        </p:txBody>
      </p:sp>
      <p:grpSp>
        <p:nvGrpSpPr>
          <p:cNvPr id="153" name="Google Shape;153;g1f13fe72866_0_0"/>
          <p:cNvGrpSpPr/>
          <p:nvPr/>
        </p:nvGrpSpPr>
        <p:grpSpPr>
          <a:xfrm>
            <a:off x="11511420" y="6264218"/>
            <a:ext cx="513405" cy="452007"/>
            <a:chOff x="11511420" y="6264218"/>
            <a:chExt cx="513405" cy="452007"/>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511420" y="6264218"/>
              <a:ext cx="485214" cy="407757"/>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16</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32707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2.5.  Backpropagation</a:t>
            </a:r>
            <a:endParaRPr lang="en-US"/>
          </a:p>
          <a:p>
            <a:endParaRPr lang="en-US" sz="2000" b="1"/>
          </a:p>
          <a:p>
            <a:endParaRPr lang="en-US" sz="2000" b="1"/>
          </a:p>
          <a:p>
            <a:endParaRPr lang="en-US" sz="2000" b="1"/>
          </a:p>
          <a:p>
            <a:endParaRPr lang="en-US" sz="1600" b="1" u="sng"/>
          </a:p>
        </p:txBody>
      </p:sp>
      <p:pic>
        <p:nvPicPr>
          <p:cNvPr id="2" name="Picture 1" descr="A diagram of a mathematical equation&#10;&#10;Description automatically generated">
            <a:extLst>
              <a:ext uri="{FF2B5EF4-FFF2-40B4-BE49-F238E27FC236}">
                <a16:creationId xmlns:a16="http://schemas.microsoft.com/office/drawing/2014/main" id="{104F3BDA-872E-168D-2E84-4DCDCC3ADCB4}"/>
              </a:ext>
            </a:extLst>
          </p:cNvPr>
          <p:cNvPicPr>
            <a:picLocks noChangeAspect="1"/>
          </p:cNvPicPr>
          <p:nvPr/>
        </p:nvPicPr>
        <p:blipFill>
          <a:blip r:embed="rId3"/>
          <a:stretch>
            <a:fillRect/>
          </a:stretch>
        </p:blipFill>
        <p:spPr>
          <a:xfrm>
            <a:off x="542472" y="2529736"/>
            <a:ext cx="5337627" cy="1889243"/>
          </a:xfrm>
          <a:prstGeom prst="rect">
            <a:avLst/>
          </a:prstGeom>
        </p:spPr>
      </p:pic>
      <p:pic>
        <p:nvPicPr>
          <p:cNvPr id="4" name="Picture 3" descr="A diagram of a mathematical equation&#10;&#10;Description automatically generated">
            <a:extLst>
              <a:ext uri="{FF2B5EF4-FFF2-40B4-BE49-F238E27FC236}">
                <a16:creationId xmlns:a16="http://schemas.microsoft.com/office/drawing/2014/main" id="{66D33880-8304-64AE-189D-ABBD65422495}"/>
              </a:ext>
            </a:extLst>
          </p:cNvPr>
          <p:cNvPicPr>
            <a:picLocks noChangeAspect="1"/>
          </p:cNvPicPr>
          <p:nvPr/>
        </p:nvPicPr>
        <p:blipFill>
          <a:blip r:embed="rId4"/>
          <a:stretch>
            <a:fillRect/>
          </a:stretch>
        </p:blipFill>
        <p:spPr>
          <a:xfrm>
            <a:off x="6339114" y="2240080"/>
            <a:ext cx="4811485" cy="2132911"/>
          </a:xfrm>
          <a:prstGeom prst="rect">
            <a:avLst/>
          </a:prstGeom>
        </p:spPr>
      </p:pic>
      <p:sp>
        <p:nvSpPr>
          <p:cNvPr id="8" name="TextBox 7">
            <a:extLst>
              <a:ext uri="{FF2B5EF4-FFF2-40B4-BE49-F238E27FC236}">
                <a16:creationId xmlns:a16="http://schemas.microsoft.com/office/drawing/2014/main" id="{63813EA0-175B-7607-54E9-5804FBF7696F}"/>
              </a:ext>
            </a:extLst>
          </p:cNvPr>
          <p:cNvSpPr txBox="1"/>
          <p:nvPr/>
        </p:nvSpPr>
        <p:spPr>
          <a:xfrm>
            <a:off x="1850571" y="4753427"/>
            <a:ext cx="198664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backpropagation</a:t>
            </a:r>
          </a:p>
        </p:txBody>
      </p:sp>
      <p:sp>
        <p:nvSpPr>
          <p:cNvPr id="9" name="TextBox 8">
            <a:extLst>
              <a:ext uri="{FF2B5EF4-FFF2-40B4-BE49-F238E27FC236}">
                <a16:creationId xmlns:a16="http://schemas.microsoft.com/office/drawing/2014/main" id="{C5B6993E-8D74-1D85-FD4F-F3EDA09DC67A}"/>
              </a:ext>
            </a:extLst>
          </p:cNvPr>
          <p:cNvSpPr txBox="1"/>
          <p:nvPr/>
        </p:nvSpPr>
        <p:spPr>
          <a:xfrm>
            <a:off x="8073570" y="4835071"/>
            <a:ext cx="220435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t>h = f(z)</a:t>
            </a:r>
          </a:p>
        </p:txBody>
      </p:sp>
      <p:pic>
        <p:nvPicPr>
          <p:cNvPr id="11" name="Picture 10">
            <a:extLst>
              <a:ext uri="{FF2B5EF4-FFF2-40B4-BE49-F238E27FC236}">
                <a16:creationId xmlns:a16="http://schemas.microsoft.com/office/drawing/2014/main" id="{CC4736D3-BEE8-F3E7-A79D-F38684B758EA}"/>
              </a:ext>
            </a:extLst>
          </p:cNvPr>
          <p:cNvPicPr>
            <a:picLocks noChangeAspect="1"/>
          </p:cNvPicPr>
          <p:nvPr/>
        </p:nvPicPr>
        <p:blipFill>
          <a:blip r:embed="rId5"/>
          <a:stretch>
            <a:fillRect/>
          </a:stretch>
        </p:blipFill>
        <p:spPr>
          <a:xfrm>
            <a:off x="1812697" y="5425621"/>
            <a:ext cx="1781175" cy="723900"/>
          </a:xfrm>
          <a:prstGeom prst="rect">
            <a:avLst/>
          </a:prstGeom>
        </p:spPr>
      </p:pic>
      <p:sp>
        <p:nvSpPr>
          <p:cNvPr id="12" name="TextBox 11">
            <a:extLst>
              <a:ext uri="{FF2B5EF4-FFF2-40B4-BE49-F238E27FC236}">
                <a16:creationId xmlns:a16="http://schemas.microsoft.com/office/drawing/2014/main" id="{60765C6B-2EED-3065-0B4B-3DB54E222F75}"/>
              </a:ext>
            </a:extLst>
          </p:cNvPr>
          <p:cNvSpPr txBox="1"/>
          <p:nvPr/>
        </p:nvSpPr>
        <p:spPr>
          <a:xfrm>
            <a:off x="771071" y="5633357"/>
            <a:ext cx="10794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Chain rule</a:t>
            </a:r>
          </a:p>
        </p:txBody>
      </p:sp>
      <p:pic>
        <p:nvPicPr>
          <p:cNvPr id="13" name="Picture 12" descr="A black text with black letters&#10;&#10;Description automatically generated">
            <a:extLst>
              <a:ext uri="{FF2B5EF4-FFF2-40B4-BE49-F238E27FC236}">
                <a16:creationId xmlns:a16="http://schemas.microsoft.com/office/drawing/2014/main" id="{CE6FB017-DFB0-2054-37CC-00B232243EE7}"/>
              </a:ext>
            </a:extLst>
          </p:cNvPr>
          <p:cNvPicPr>
            <a:picLocks noChangeAspect="1"/>
          </p:cNvPicPr>
          <p:nvPr/>
        </p:nvPicPr>
        <p:blipFill>
          <a:blip r:embed="rId6"/>
          <a:stretch>
            <a:fillRect/>
          </a:stretch>
        </p:blipFill>
        <p:spPr>
          <a:xfrm>
            <a:off x="6502400" y="5238534"/>
            <a:ext cx="4230914" cy="943863"/>
          </a:xfrm>
          <a:prstGeom prst="rect">
            <a:avLst/>
          </a:prstGeom>
        </p:spPr>
      </p:pic>
    </p:spTree>
    <p:extLst>
      <p:ext uri="{BB962C8B-B14F-4D97-AF65-F5344CB8AC3E}">
        <p14:creationId xmlns:p14="http://schemas.microsoft.com/office/powerpoint/2010/main" val="3387990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1077188"/>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2. Multivariable Calculus</a:t>
            </a:r>
          </a:p>
          <a:p>
            <a:pPr algn="ctr">
              <a:buSzPts val="2900"/>
            </a:pPr>
            <a:endParaRPr lang="en-US" sz="2900" b="1">
              <a:solidFill>
                <a:schemeClr val="lt1"/>
              </a:solidFill>
            </a:endParaRPr>
          </a:p>
        </p:txBody>
      </p:sp>
      <p:grpSp>
        <p:nvGrpSpPr>
          <p:cNvPr id="153" name="Google Shape;153;g1f13fe72866_0_0"/>
          <p:cNvGrpSpPr/>
          <p:nvPr/>
        </p:nvGrpSpPr>
        <p:grpSpPr>
          <a:xfrm>
            <a:off x="11511420" y="6264218"/>
            <a:ext cx="513405" cy="452007"/>
            <a:chOff x="11511420" y="6264218"/>
            <a:chExt cx="513405" cy="452007"/>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511420" y="6264218"/>
              <a:ext cx="485214" cy="407757"/>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17</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432707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2.6.  Backpropagation</a:t>
            </a:r>
            <a:endParaRPr lang="en-US"/>
          </a:p>
          <a:p>
            <a:endParaRPr lang="en-US" sz="2000" b="1"/>
          </a:p>
          <a:p>
            <a:endParaRPr lang="en-US" sz="2000" b="1"/>
          </a:p>
          <a:p>
            <a:endParaRPr lang="en-US" sz="2000" b="1"/>
          </a:p>
          <a:p>
            <a:endParaRPr lang="en-US" sz="1600" b="1" u="sng"/>
          </a:p>
        </p:txBody>
      </p:sp>
      <p:pic>
        <p:nvPicPr>
          <p:cNvPr id="2" name="Picture 1" descr="A diagram of a mathematical equation&#10;&#10;Description automatically generated">
            <a:extLst>
              <a:ext uri="{FF2B5EF4-FFF2-40B4-BE49-F238E27FC236}">
                <a16:creationId xmlns:a16="http://schemas.microsoft.com/office/drawing/2014/main" id="{104F3BDA-872E-168D-2E84-4DCDCC3ADCB4}"/>
              </a:ext>
            </a:extLst>
          </p:cNvPr>
          <p:cNvPicPr>
            <a:picLocks noChangeAspect="1"/>
          </p:cNvPicPr>
          <p:nvPr/>
        </p:nvPicPr>
        <p:blipFill>
          <a:blip r:embed="rId3"/>
          <a:stretch>
            <a:fillRect/>
          </a:stretch>
        </p:blipFill>
        <p:spPr>
          <a:xfrm>
            <a:off x="542472" y="2529736"/>
            <a:ext cx="5337627" cy="1889243"/>
          </a:xfrm>
          <a:prstGeom prst="rect">
            <a:avLst/>
          </a:prstGeom>
        </p:spPr>
      </p:pic>
      <p:pic>
        <p:nvPicPr>
          <p:cNvPr id="4" name="Picture 3" descr="A diagram of a mathematical equation&#10;&#10;Description automatically generated">
            <a:extLst>
              <a:ext uri="{FF2B5EF4-FFF2-40B4-BE49-F238E27FC236}">
                <a16:creationId xmlns:a16="http://schemas.microsoft.com/office/drawing/2014/main" id="{66D33880-8304-64AE-189D-ABBD65422495}"/>
              </a:ext>
            </a:extLst>
          </p:cNvPr>
          <p:cNvPicPr>
            <a:picLocks noChangeAspect="1"/>
          </p:cNvPicPr>
          <p:nvPr/>
        </p:nvPicPr>
        <p:blipFill>
          <a:blip r:embed="rId4"/>
          <a:stretch>
            <a:fillRect/>
          </a:stretch>
        </p:blipFill>
        <p:spPr>
          <a:xfrm>
            <a:off x="6339114" y="2240080"/>
            <a:ext cx="4811485" cy="2132911"/>
          </a:xfrm>
          <a:prstGeom prst="rect">
            <a:avLst/>
          </a:prstGeom>
        </p:spPr>
      </p:pic>
      <p:sp>
        <p:nvSpPr>
          <p:cNvPr id="8" name="TextBox 7">
            <a:extLst>
              <a:ext uri="{FF2B5EF4-FFF2-40B4-BE49-F238E27FC236}">
                <a16:creationId xmlns:a16="http://schemas.microsoft.com/office/drawing/2014/main" id="{63813EA0-175B-7607-54E9-5804FBF7696F}"/>
              </a:ext>
            </a:extLst>
          </p:cNvPr>
          <p:cNvSpPr txBox="1"/>
          <p:nvPr/>
        </p:nvSpPr>
        <p:spPr>
          <a:xfrm>
            <a:off x="1850571" y="4753427"/>
            <a:ext cx="198664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backpropagation</a:t>
            </a:r>
          </a:p>
        </p:txBody>
      </p:sp>
      <p:sp>
        <p:nvSpPr>
          <p:cNvPr id="9" name="TextBox 8">
            <a:extLst>
              <a:ext uri="{FF2B5EF4-FFF2-40B4-BE49-F238E27FC236}">
                <a16:creationId xmlns:a16="http://schemas.microsoft.com/office/drawing/2014/main" id="{C5B6993E-8D74-1D85-FD4F-F3EDA09DC67A}"/>
              </a:ext>
            </a:extLst>
          </p:cNvPr>
          <p:cNvSpPr txBox="1"/>
          <p:nvPr/>
        </p:nvSpPr>
        <p:spPr>
          <a:xfrm>
            <a:off x="8073570" y="4835071"/>
            <a:ext cx="220435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t>h = f(z)</a:t>
            </a:r>
          </a:p>
        </p:txBody>
      </p:sp>
      <p:pic>
        <p:nvPicPr>
          <p:cNvPr id="11" name="Picture 10">
            <a:extLst>
              <a:ext uri="{FF2B5EF4-FFF2-40B4-BE49-F238E27FC236}">
                <a16:creationId xmlns:a16="http://schemas.microsoft.com/office/drawing/2014/main" id="{CC4736D3-BEE8-F3E7-A79D-F38684B758EA}"/>
              </a:ext>
            </a:extLst>
          </p:cNvPr>
          <p:cNvPicPr>
            <a:picLocks noChangeAspect="1"/>
          </p:cNvPicPr>
          <p:nvPr/>
        </p:nvPicPr>
        <p:blipFill>
          <a:blip r:embed="rId5"/>
          <a:stretch>
            <a:fillRect/>
          </a:stretch>
        </p:blipFill>
        <p:spPr>
          <a:xfrm>
            <a:off x="1812697" y="5425621"/>
            <a:ext cx="1781175" cy="723900"/>
          </a:xfrm>
          <a:prstGeom prst="rect">
            <a:avLst/>
          </a:prstGeom>
        </p:spPr>
      </p:pic>
      <p:sp>
        <p:nvSpPr>
          <p:cNvPr id="12" name="TextBox 11">
            <a:extLst>
              <a:ext uri="{FF2B5EF4-FFF2-40B4-BE49-F238E27FC236}">
                <a16:creationId xmlns:a16="http://schemas.microsoft.com/office/drawing/2014/main" id="{60765C6B-2EED-3065-0B4B-3DB54E222F75}"/>
              </a:ext>
            </a:extLst>
          </p:cNvPr>
          <p:cNvSpPr txBox="1"/>
          <p:nvPr/>
        </p:nvSpPr>
        <p:spPr>
          <a:xfrm>
            <a:off x="771071" y="5633357"/>
            <a:ext cx="10794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Chain rule</a:t>
            </a:r>
          </a:p>
        </p:txBody>
      </p:sp>
      <p:pic>
        <p:nvPicPr>
          <p:cNvPr id="13" name="Picture 12" descr="A black text with black letters&#10;&#10;Description automatically generated">
            <a:extLst>
              <a:ext uri="{FF2B5EF4-FFF2-40B4-BE49-F238E27FC236}">
                <a16:creationId xmlns:a16="http://schemas.microsoft.com/office/drawing/2014/main" id="{CE6FB017-DFB0-2054-37CC-00B232243EE7}"/>
              </a:ext>
            </a:extLst>
          </p:cNvPr>
          <p:cNvPicPr>
            <a:picLocks noChangeAspect="1"/>
          </p:cNvPicPr>
          <p:nvPr/>
        </p:nvPicPr>
        <p:blipFill>
          <a:blip r:embed="rId6"/>
          <a:stretch>
            <a:fillRect/>
          </a:stretch>
        </p:blipFill>
        <p:spPr>
          <a:xfrm>
            <a:off x="6502400" y="5238534"/>
            <a:ext cx="4230914" cy="943863"/>
          </a:xfrm>
          <a:prstGeom prst="rect">
            <a:avLst/>
          </a:prstGeom>
        </p:spPr>
      </p:pic>
    </p:spTree>
    <p:extLst>
      <p:ext uri="{BB962C8B-B14F-4D97-AF65-F5344CB8AC3E}">
        <p14:creationId xmlns:p14="http://schemas.microsoft.com/office/powerpoint/2010/main" val="3900839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g1f13fe72866_0_0"/>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1f13fe72866_0_0"/>
          <p:cNvSpPr txBox="1"/>
          <p:nvPr/>
        </p:nvSpPr>
        <p:spPr>
          <a:xfrm>
            <a:off x="2031775" y="175500"/>
            <a:ext cx="8128500" cy="1077188"/>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2. Multivariable Calculus</a:t>
            </a:r>
          </a:p>
          <a:p>
            <a:pPr algn="ctr">
              <a:buSzPts val="2900"/>
            </a:pPr>
            <a:endParaRPr lang="en-US" sz="2900" b="1">
              <a:solidFill>
                <a:schemeClr val="lt1"/>
              </a:solidFill>
            </a:endParaRPr>
          </a:p>
        </p:txBody>
      </p:sp>
      <p:grpSp>
        <p:nvGrpSpPr>
          <p:cNvPr id="153" name="Google Shape;153;g1f13fe72866_0_0"/>
          <p:cNvGrpSpPr/>
          <p:nvPr/>
        </p:nvGrpSpPr>
        <p:grpSpPr>
          <a:xfrm>
            <a:off x="11511420" y="6264218"/>
            <a:ext cx="513405" cy="452007"/>
            <a:chOff x="11511420" y="6264218"/>
            <a:chExt cx="513405" cy="452007"/>
          </a:xfrm>
        </p:grpSpPr>
        <p:sp>
          <p:nvSpPr>
            <p:cNvPr id="154" name="Google Shape;154;g1f13fe72866_0_0"/>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1f13fe72866_0_0"/>
            <p:cNvSpPr/>
            <p:nvPr/>
          </p:nvSpPr>
          <p:spPr>
            <a:xfrm>
              <a:off x="11511420" y="6264218"/>
              <a:ext cx="485214" cy="407757"/>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18</a:t>
              </a:fld>
              <a:endParaRPr sz="2000" b="0" i="0" u="none" strike="noStrike" cap="none">
                <a:solidFill>
                  <a:schemeClr val="lt1"/>
                </a:solidFill>
                <a:latin typeface="Arial"/>
                <a:ea typeface="Arial"/>
                <a:cs typeface="Arial"/>
                <a:sym typeface="Arial"/>
              </a:endParaRPr>
            </a:p>
          </p:txBody>
        </p:sp>
      </p:grpSp>
      <p:sp>
        <p:nvSpPr>
          <p:cNvPr id="5" name="TextBox 4">
            <a:extLst>
              <a:ext uri="{FF2B5EF4-FFF2-40B4-BE49-F238E27FC236}">
                <a16:creationId xmlns:a16="http://schemas.microsoft.com/office/drawing/2014/main" id="{523C5A50-9515-13C2-9AE3-B9BB7956AAE1}"/>
              </a:ext>
            </a:extLst>
          </p:cNvPr>
          <p:cNvSpPr txBox="1"/>
          <p:nvPr/>
        </p:nvSpPr>
        <p:spPr>
          <a:xfrm>
            <a:off x="635000" y="1451428"/>
            <a:ext cx="6491150" cy="37240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2.7.  Exercise</a:t>
            </a:r>
            <a:endParaRPr lang="en-US"/>
          </a:p>
          <a:p>
            <a:endParaRPr lang="en-US" sz="2000" b="1"/>
          </a:p>
          <a:p>
            <a:r>
              <a:rPr lang="en-US" sz="2000" b="1"/>
              <a:t>Run notebooks below to understand gradient </a:t>
            </a:r>
          </a:p>
          <a:p>
            <a:endParaRPr lang="en-US" sz="2000" b="1"/>
          </a:p>
          <a:p>
            <a:r>
              <a:rPr lang="en-US" sz="2000">
                <a:hlinkClick r:id="rId3"/>
              </a:rPr>
              <a:t>The Sandpit</a:t>
            </a:r>
            <a:endParaRPr lang="en-US" sz="2000"/>
          </a:p>
          <a:p>
            <a:r>
              <a:rPr lang="en-US" sz="2000">
                <a:hlinkClick r:id="rId4"/>
              </a:rPr>
              <a:t>The Sandpit 2</a:t>
            </a:r>
            <a:endParaRPr lang="en-US" sz="2000"/>
          </a:p>
          <a:p>
            <a:r>
              <a:rPr lang="en-US" sz="2000">
                <a:hlinkClick r:id="rId5"/>
              </a:rPr>
              <a:t>Gradient Descent The Sandpit</a:t>
            </a:r>
            <a:endParaRPr lang="en-US" sz="2000"/>
          </a:p>
          <a:p>
            <a:endParaRPr lang="en-US" sz="2000"/>
          </a:p>
          <a:p>
            <a:endParaRPr lang="en-US" sz="2000"/>
          </a:p>
          <a:p>
            <a:endParaRPr lang="en-US" sz="2000"/>
          </a:p>
          <a:p>
            <a:endParaRPr lang="en-US" sz="2000" b="1"/>
          </a:p>
          <a:p>
            <a:endParaRPr lang="en-US" sz="1600" b="1" u="sng"/>
          </a:p>
        </p:txBody>
      </p:sp>
    </p:spTree>
    <p:extLst>
      <p:ext uri="{BB962C8B-B14F-4D97-AF65-F5344CB8AC3E}">
        <p14:creationId xmlns:p14="http://schemas.microsoft.com/office/powerpoint/2010/main" val="3151904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1" name="Google Shape;201;g1f5b1d63dbe_0_167"/>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1f5b1d63dbe_0_167"/>
          <p:cNvSpPr txBox="1"/>
          <p:nvPr/>
        </p:nvSpPr>
        <p:spPr>
          <a:xfrm>
            <a:off x="2031750" y="175500"/>
            <a:ext cx="8128500" cy="1077188"/>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3. Descriptive Statistics</a:t>
            </a:r>
          </a:p>
          <a:p>
            <a:pPr marL="0" marR="0" lvl="0" indent="0" algn="ctr">
              <a:lnSpc>
                <a:spcPct val="100000"/>
              </a:lnSpc>
              <a:spcBef>
                <a:spcPts val="0"/>
              </a:spcBef>
              <a:spcAft>
                <a:spcPts val="0"/>
              </a:spcAft>
              <a:buSzPts val="2900"/>
              <a:buFont typeface="Arial"/>
              <a:buNone/>
            </a:pPr>
            <a:endParaRPr lang="en-US" sz="2900" b="1" i="0" u="none" strike="noStrike" cap="none">
              <a:solidFill>
                <a:schemeClr val="lt1"/>
              </a:solidFill>
              <a:latin typeface="Arial"/>
              <a:ea typeface="Arial"/>
              <a:cs typeface="Arial"/>
            </a:endParaRPr>
          </a:p>
        </p:txBody>
      </p:sp>
      <p:grpSp>
        <p:nvGrpSpPr>
          <p:cNvPr id="203" name="Google Shape;203;g1f5b1d63dbe_0_167"/>
          <p:cNvGrpSpPr/>
          <p:nvPr/>
        </p:nvGrpSpPr>
        <p:grpSpPr>
          <a:xfrm>
            <a:off x="11347140" y="6219968"/>
            <a:ext cx="596042" cy="478114"/>
            <a:chOff x="11573925" y="6265325"/>
            <a:chExt cx="450900" cy="450900"/>
          </a:xfrm>
        </p:grpSpPr>
        <p:sp>
          <p:nvSpPr>
            <p:cNvPr id="204" name="Google Shape;204;g1f5b1d63dbe_0_167"/>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1f5b1d63dbe_0_167"/>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19</a:t>
              </a:fld>
              <a:endParaRPr sz="2000" b="0" i="0" u="none" strike="noStrike" cap="none">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1AFF16A2-2E53-E3C1-1A2B-40F4E3ED4B91}"/>
              </a:ext>
            </a:extLst>
          </p:cNvPr>
          <p:cNvSpPr txBox="1"/>
          <p:nvPr/>
        </p:nvSpPr>
        <p:spPr>
          <a:xfrm>
            <a:off x="733778" y="1486370"/>
            <a:ext cx="41674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t>3.1. Classification of statistical data</a:t>
            </a:r>
            <a:endParaRPr lang="en-US" sz="1800"/>
          </a:p>
        </p:txBody>
      </p:sp>
      <p:sp>
        <p:nvSpPr>
          <p:cNvPr id="3" name="TextBox 2">
            <a:extLst>
              <a:ext uri="{FF2B5EF4-FFF2-40B4-BE49-F238E27FC236}">
                <a16:creationId xmlns:a16="http://schemas.microsoft.com/office/drawing/2014/main" id="{3754BBAD-06E9-41C1-736F-BC5339EA352F}"/>
              </a:ext>
            </a:extLst>
          </p:cNvPr>
          <p:cNvSpPr txBox="1"/>
          <p:nvPr/>
        </p:nvSpPr>
        <p:spPr>
          <a:xfrm>
            <a:off x="733777" y="2173111"/>
            <a:ext cx="4637851" cy="21373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1600"/>
              <a:t>Variables are characteristics of someone or something</a:t>
            </a:r>
          </a:p>
          <a:p>
            <a:pPr marL="285750" indent="-285750">
              <a:buFont typeface="Calibri"/>
              <a:buChar char="-"/>
            </a:pPr>
            <a:r>
              <a:rPr lang="en-US" sz="1600"/>
              <a:t>Case (or observation) is someone or something</a:t>
            </a:r>
          </a:p>
          <a:p>
            <a:pPr marL="285750" indent="-285750">
              <a:buFont typeface="Calibri"/>
              <a:buChar char="-"/>
            </a:pPr>
            <a:endParaRPr lang="en-US" sz="1600"/>
          </a:p>
          <a:p>
            <a:r>
              <a:rPr lang="en-US" sz="1600"/>
              <a:t>For example: The case is the students.</a:t>
            </a:r>
          </a:p>
          <a:p>
            <a:r>
              <a:rPr lang="en-US" sz="1600"/>
              <a:t> The variables are the student's hair color, height, and grades</a:t>
            </a:r>
          </a:p>
        </p:txBody>
      </p:sp>
      <p:sp>
        <p:nvSpPr>
          <p:cNvPr id="4" name="TextBox 3">
            <a:extLst>
              <a:ext uri="{FF2B5EF4-FFF2-40B4-BE49-F238E27FC236}">
                <a16:creationId xmlns:a16="http://schemas.microsoft.com/office/drawing/2014/main" id="{F1283C6A-8A2F-8817-22E5-A956A7F2FA5A}"/>
              </a:ext>
            </a:extLst>
          </p:cNvPr>
          <p:cNvSpPr txBox="1"/>
          <p:nvPr/>
        </p:nvSpPr>
        <p:spPr>
          <a:xfrm>
            <a:off x="733777" y="4760147"/>
            <a:ext cx="4844814"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Two types of variables: </a:t>
            </a:r>
          </a:p>
          <a:p>
            <a:pPr marL="285750" indent="-285750">
              <a:buFont typeface="Calibri"/>
              <a:buChar char="-"/>
            </a:pPr>
            <a:r>
              <a:rPr lang="en-US" b="1"/>
              <a:t>Qualitative variables</a:t>
            </a:r>
            <a:r>
              <a:rPr lang="en-US"/>
              <a:t> (categorical variables): </a:t>
            </a:r>
          </a:p>
          <a:p>
            <a:r>
              <a:rPr lang="en-US"/>
              <a:t>nominal data and ordinal data</a:t>
            </a:r>
          </a:p>
          <a:p>
            <a:pPr marL="285750" indent="-285750" algn="l">
              <a:buFont typeface="Calibri"/>
              <a:buChar char="-"/>
            </a:pPr>
            <a:r>
              <a:rPr lang="en-US" b="1"/>
              <a:t>Quantitative variables:</a:t>
            </a:r>
          </a:p>
          <a:p>
            <a:r>
              <a:rPr lang="en-US"/>
              <a:t>Discrete data and Continuous data</a:t>
            </a:r>
            <a:endParaRPr lang="en-US" b="1"/>
          </a:p>
        </p:txBody>
      </p:sp>
      <p:pic>
        <p:nvPicPr>
          <p:cNvPr id="5" name="Picture 4" descr="A blackboard with white text and white lines&#10;&#10;Description automatically generated">
            <a:extLst>
              <a:ext uri="{FF2B5EF4-FFF2-40B4-BE49-F238E27FC236}">
                <a16:creationId xmlns:a16="http://schemas.microsoft.com/office/drawing/2014/main" id="{CE7E965E-7425-4E37-BCDE-385D91465473}"/>
              </a:ext>
            </a:extLst>
          </p:cNvPr>
          <p:cNvPicPr>
            <a:picLocks noChangeAspect="1"/>
          </p:cNvPicPr>
          <p:nvPr/>
        </p:nvPicPr>
        <p:blipFill>
          <a:blip r:embed="rId4"/>
          <a:stretch>
            <a:fillRect/>
          </a:stretch>
        </p:blipFill>
        <p:spPr>
          <a:xfrm>
            <a:off x="5373511" y="1915151"/>
            <a:ext cx="6654871" cy="4145369"/>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1" name="Google Shape;201;g1f5b1d63dbe_0_167"/>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1f5b1d63dbe_0_167"/>
          <p:cNvSpPr txBox="1"/>
          <p:nvPr/>
        </p:nvSpPr>
        <p:spPr>
          <a:xfrm>
            <a:off x="2031750" y="175500"/>
            <a:ext cx="8128500" cy="1077188"/>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3. Descriptive Statistics</a:t>
            </a:r>
          </a:p>
          <a:p>
            <a:pPr marL="0" marR="0" lvl="0" indent="0" algn="ctr">
              <a:lnSpc>
                <a:spcPct val="100000"/>
              </a:lnSpc>
              <a:spcBef>
                <a:spcPts val="0"/>
              </a:spcBef>
              <a:spcAft>
                <a:spcPts val="0"/>
              </a:spcAft>
              <a:buSzPts val="2900"/>
              <a:buFont typeface="Arial"/>
              <a:buNone/>
            </a:pPr>
            <a:endParaRPr lang="en-US" sz="2900" b="1" i="0" u="none" strike="noStrike" cap="none">
              <a:solidFill>
                <a:schemeClr val="lt1"/>
              </a:solidFill>
              <a:latin typeface="Arial"/>
              <a:ea typeface="Arial"/>
              <a:cs typeface="Arial"/>
            </a:endParaRPr>
          </a:p>
        </p:txBody>
      </p:sp>
      <p:grpSp>
        <p:nvGrpSpPr>
          <p:cNvPr id="203" name="Google Shape;203;g1f5b1d63dbe_0_167"/>
          <p:cNvGrpSpPr/>
          <p:nvPr/>
        </p:nvGrpSpPr>
        <p:grpSpPr>
          <a:xfrm>
            <a:off x="11347140" y="6219968"/>
            <a:ext cx="596042" cy="478114"/>
            <a:chOff x="11573925" y="6265325"/>
            <a:chExt cx="450900" cy="450900"/>
          </a:xfrm>
        </p:grpSpPr>
        <p:sp>
          <p:nvSpPr>
            <p:cNvPr id="204" name="Google Shape;204;g1f5b1d63dbe_0_167"/>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1f5b1d63dbe_0_167"/>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20</a:t>
              </a:fld>
              <a:endParaRPr sz="2000" b="0" i="0" u="none" strike="noStrike" cap="none">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1AFF16A2-2E53-E3C1-1A2B-40F4E3ED4B91}"/>
              </a:ext>
            </a:extLst>
          </p:cNvPr>
          <p:cNvSpPr txBox="1"/>
          <p:nvPr/>
        </p:nvSpPr>
        <p:spPr>
          <a:xfrm>
            <a:off x="733778" y="1486370"/>
            <a:ext cx="45343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t>3.2. Measures for central tendency and dispersion tendency</a:t>
            </a:r>
            <a:endParaRPr lang="en-US" sz="1800"/>
          </a:p>
        </p:txBody>
      </p:sp>
      <p:sp>
        <p:nvSpPr>
          <p:cNvPr id="3" name="TextBox 2">
            <a:extLst>
              <a:ext uri="{FF2B5EF4-FFF2-40B4-BE49-F238E27FC236}">
                <a16:creationId xmlns:a16="http://schemas.microsoft.com/office/drawing/2014/main" id="{3754BBAD-06E9-41C1-736F-BC5339EA352F}"/>
              </a:ext>
            </a:extLst>
          </p:cNvPr>
          <p:cNvSpPr txBox="1"/>
          <p:nvPr/>
        </p:nvSpPr>
        <p:spPr>
          <a:xfrm>
            <a:off x="733777" y="2173111"/>
            <a:ext cx="463785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t>3.2.1 Mode, Mean and Medium</a:t>
            </a:r>
            <a:endParaRPr lang="en-US" sz="1600"/>
          </a:p>
        </p:txBody>
      </p:sp>
      <p:sp>
        <p:nvSpPr>
          <p:cNvPr id="4" name="TextBox 3">
            <a:extLst>
              <a:ext uri="{FF2B5EF4-FFF2-40B4-BE49-F238E27FC236}">
                <a16:creationId xmlns:a16="http://schemas.microsoft.com/office/drawing/2014/main" id="{F1283C6A-8A2F-8817-22E5-A956A7F2FA5A}"/>
              </a:ext>
            </a:extLst>
          </p:cNvPr>
          <p:cNvSpPr txBox="1"/>
          <p:nvPr/>
        </p:nvSpPr>
        <p:spPr>
          <a:xfrm>
            <a:off x="846666" y="2982147"/>
            <a:ext cx="141111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a:t>Mean:</a:t>
            </a:r>
          </a:p>
        </p:txBody>
      </p:sp>
      <p:pic>
        <p:nvPicPr>
          <p:cNvPr id="6" name="Picture 5" descr="A mathematical equation with numbers&#10;&#10;Description automatically generated">
            <a:extLst>
              <a:ext uri="{FF2B5EF4-FFF2-40B4-BE49-F238E27FC236}">
                <a16:creationId xmlns:a16="http://schemas.microsoft.com/office/drawing/2014/main" id="{0FF45681-D35E-4F85-CE3F-C75890046CFD}"/>
              </a:ext>
            </a:extLst>
          </p:cNvPr>
          <p:cNvPicPr>
            <a:picLocks noChangeAspect="1"/>
          </p:cNvPicPr>
          <p:nvPr/>
        </p:nvPicPr>
        <p:blipFill>
          <a:blip r:embed="rId4"/>
          <a:stretch>
            <a:fillRect/>
          </a:stretch>
        </p:blipFill>
        <p:spPr>
          <a:xfrm>
            <a:off x="2106319" y="2514188"/>
            <a:ext cx="1676400" cy="1133475"/>
          </a:xfrm>
          <a:prstGeom prst="rect">
            <a:avLst/>
          </a:prstGeom>
        </p:spPr>
      </p:pic>
      <p:pic>
        <p:nvPicPr>
          <p:cNvPr id="7" name="Picture 6" descr="A mathematical equation with numbers and symbols&#10;&#10;Description automatically generated">
            <a:extLst>
              <a:ext uri="{FF2B5EF4-FFF2-40B4-BE49-F238E27FC236}">
                <a16:creationId xmlns:a16="http://schemas.microsoft.com/office/drawing/2014/main" id="{6757FBD4-66FE-B40C-AE91-684031293F7D}"/>
              </a:ext>
            </a:extLst>
          </p:cNvPr>
          <p:cNvPicPr>
            <a:picLocks noChangeAspect="1"/>
          </p:cNvPicPr>
          <p:nvPr/>
        </p:nvPicPr>
        <p:blipFill>
          <a:blip r:embed="rId5"/>
          <a:stretch>
            <a:fillRect/>
          </a:stretch>
        </p:blipFill>
        <p:spPr>
          <a:xfrm>
            <a:off x="1964737" y="3850511"/>
            <a:ext cx="1752600" cy="1057275"/>
          </a:xfrm>
          <a:prstGeom prst="rect">
            <a:avLst/>
          </a:prstGeom>
        </p:spPr>
      </p:pic>
      <p:sp>
        <p:nvSpPr>
          <p:cNvPr id="8" name="TextBox 7">
            <a:extLst>
              <a:ext uri="{FF2B5EF4-FFF2-40B4-BE49-F238E27FC236}">
                <a16:creationId xmlns:a16="http://schemas.microsoft.com/office/drawing/2014/main" id="{85B763B2-7FDA-18B0-357D-31AE34FEBAC6}"/>
              </a:ext>
            </a:extLst>
          </p:cNvPr>
          <p:cNvSpPr txBox="1"/>
          <p:nvPr/>
        </p:nvSpPr>
        <p:spPr>
          <a:xfrm>
            <a:off x="4101629" y="2822222"/>
            <a:ext cx="221074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where N is the number of data in the population</a:t>
            </a:r>
          </a:p>
        </p:txBody>
      </p:sp>
      <p:sp>
        <p:nvSpPr>
          <p:cNvPr id="9" name="TextBox 8">
            <a:extLst>
              <a:ext uri="{FF2B5EF4-FFF2-40B4-BE49-F238E27FC236}">
                <a16:creationId xmlns:a16="http://schemas.microsoft.com/office/drawing/2014/main" id="{E72423F8-DCD7-ADC2-4AD6-DA97F9070157}"/>
              </a:ext>
            </a:extLst>
          </p:cNvPr>
          <p:cNvSpPr txBox="1"/>
          <p:nvPr/>
        </p:nvSpPr>
        <p:spPr>
          <a:xfrm>
            <a:off x="4101629" y="4120443"/>
            <a:ext cx="206962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where n is the sample size</a:t>
            </a:r>
          </a:p>
        </p:txBody>
      </p:sp>
      <p:sp>
        <p:nvSpPr>
          <p:cNvPr id="10" name="TextBox 9">
            <a:extLst>
              <a:ext uri="{FF2B5EF4-FFF2-40B4-BE49-F238E27FC236}">
                <a16:creationId xmlns:a16="http://schemas.microsoft.com/office/drawing/2014/main" id="{D68DD525-F309-C491-C9C1-CF4C849B71B3}"/>
              </a:ext>
            </a:extLst>
          </p:cNvPr>
          <p:cNvSpPr txBox="1"/>
          <p:nvPr/>
        </p:nvSpPr>
        <p:spPr>
          <a:xfrm>
            <a:off x="733778" y="4336815"/>
            <a:ext cx="114770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Calibri"/>
              <a:buChar char="-"/>
            </a:pPr>
            <a:r>
              <a:rPr lang="en-US"/>
              <a:t>Medium</a:t>
            </a:r>
          </a:p>
        </p:txBody>
      </p:sp>
      <p:sp>
        <p:nvSpPr>
          <p:cNvPr id="11" name="TextBox 10">
            <a:extLst>
              <a:ext uri="{FF2B5EF4-FFF2-40B4-BE49-F238E27FC236}">
                <a16:creationId xmlns:a16="http://schemas.microsoft.com/office/drawing/2014/main" id="{A8A5F724-C52C-D2D8-CC51-8E13DD98E42F}"/>
              </a:ext>
            </a:extLst>
          </p:cNvPr>
          <p:cNvSpPr txBox="1"/>
          <p:nvPr/>
        </p:nvSpPr>
        <p:spPr>
          <a:xfrm>
            <a:off x="809036" y="5456296"/>
            <a:ext cx="99718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Calibri"/>
              <a:buChar char="-"/>
            </a:pPr>
            <a:r>
              <a:rPr lang="en-US"/>
              <a:t>Mode</a:t>
            </a:r>
          </a:p>
        </p:txBody>
      </p:sp>
      <p:pic>
        <p:nvPicPr>
          <p:cNvPr id="12" name="Picture 11" descr="A screenshot of a computer program&#10;&#10;Description automatically generated">
            <a:extLst>
              <a:ext uri="{FF2B5EF4-FFF2-40B4-BE49-F238E27FC236}">
                <a16:creationId xmlns:a16="http://schemas.microsoft.com/office/drawing/2014/main" id="{37CD44A4-131F-4605-42C6-34AA28951828}"/>
              </a:ext>
            </a:extLst>
          </p:cNvPr>
          <p:cNvPicPr>
            <a:picLocks noChangeAspect="1"/>
          </p:cNvPicPr>
          <p:nvPr/>
        </p:nvPicPr>
        <p:blipFill>
          <a:blip r:embed="rId6"/>
          <a:stretch>
            <a:fillRect/>
          </a:stretch>
        </p:blipFill>
        <p:spPr>
          <a:xfrm>
            <a:off x="6624697" y="1484331"/>
            <a:ext cx="4314237" cy="5046448"/>
          </a:xfrm>
          <a:prstGeom prst="rect">
            <a:avLst/>
          </a:prstGeom>
        </p:spPr>
      </p:pic>
    </p:spTree>
    <p:extLst>
      <p:ext uri="{BB962C8B-B14F-4D97-AF65-F5344CB8AC3E}">
        <p14:creationId xmlns:p14="http://schemas.microsoft.com/office/powerpoint/2010/main" val="1985134927"/>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1" name="Google Shape;201;g1f5b1d63dbe_0_167"/>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1f5b1d63dbe_0_167"/>
          <p:cNvSpPr txBox="1"/>
          <p:nvPr/>
        </p:nvSpPr>
        <p:spPr>
          <a:xfrm>
            <a:off x="2031750" y="175500"/>
            <a:ext cx="8128500" cy="1077188"/>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3. Descriptive Statistics</a:t>
            </a:r>
          </a:p>
          <a:p>
            <a:pPr marL="0" marR="0" lvl="0" indent="0" algn="ctr">
              <a:lnSpc>
                <a:spcPct val="100000"/>
              </a:lnSpc>
              <a:spcBef>
                <a:spcPts val="0"/>
              </a:spcBef>
              <a:spcAft>
                <a:spcPts val="0"/>
              </a:spcAft>
              <a:buSzPts val="2900"/>
              <a:buFont typeface="Arial"/>
              <a:buNone/>
            </a:pPr>
            <a:endParaRPr lang="en-US" sz="2900" b="1" i="0" u="none" strike="noStrike" cap="none">
              <a:solidFill>
                <a:schemeClr val="lt1"/>
              </a:solidFill>
              <a:latin typeface="Arial"/>
              <a:ea typeface="Arial"/>
              <a:cs typeface="Arial"/>
            </a:endParaRPr>
          </a:p>
        </p:txBody>
      </p:sp>
      <p:grpSp>
        <p:nvGrpSpPr>
          <p:cNvPr id="203" name="Google Shape;203;g1f5b1d63dbe_0_167"/>
          <p:cNvGrpSpPr/>
          <p:nvPr/>
        </p:nvGrpSpPr>
        <p:grpSpPr>
          <a:xfrm>
            <a:off x="11347140" y="6219968"/>
            <a:ext cx="596042" cy="478114"/>
            <a:chOff x="11573925" y="6265325"/>
            <a:chExt cx="450900" cy="450900"/>
          </a:xfrm>
        </p:grpSpPr>
        <p:sp>
          <p:nvSpPr>
            <p:cNvPr id="204" name="Google Shape;204;g1f5b1d63dbe_0_167"/>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1f5b1d63dbe_0_167"/>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21</a:t>
              </a:fld>
              <a:endParaRPr sz="2000" b="0" i="0" u="none" strike="noStrike" cap="none">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1AFF16A2-2E53-E3C1-1A2B-40F4E3ED4B91}"/>
              </a:ext>
            </a:extLst>
          </p:cNvPr>
          <p:cNvSpPr txBox="1"/>
          <p:nvPr/>
        </p:nvSpPr>
        <p:spPr>
          <a:xfrm>
            <a:off x="733778" y="1486370"/>
            <a:ext cx="45343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t>3.2. Measures for central tendency and dispersion tendency</a:t>
            </a:r>
            <a:endParaRPr lang="en-US" sz="1800"/>
          </a:p>
        </p:txBody>
      </p:sp>
      <p:sp>
        <p:nvSpPr>
          <p:cNvPr id="3" name="TextBox 2">
            <a:extLst>
              <a:ext uri="{FF2B5EF4-FFF2-40B4-BE49-F238E27FC236}">
                <a16:creationId xmlns:a16="http://schemas.microsoft.com/office/drawing/2014/main" id="{3754BBAD-06E9-41C1-736F-BC5339EA352F}"/>
              </a:ext>
            </a:extLst>
          </p:cNvPr>
          <p:cNvSpPr txBox="1"/>
          <p:nvPr/>
        </p:nvSpPr>
        <p:spPr>
          <a:xfrm>
            <a:off x="733777" y="2173111"/>
            <a:ext cx="463785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t>3.2.2 Variance and Standard Deviation</a:t>
            </a:r>
            <a:endParaRPr lang="en-US" sz="1600"/>
          </a:p>
        </p:txBody>
      </p:sp>
      <p:sp>
        <p:nvSpPr>
          <p:cNvPr id="4" name="TextBox 3">
            <a:extLst>
              <a:ext uri="{FF2B5EF4-FFF2-40B4-BE49-F238E27FC236}">
                <a16:creationId xmlns:a16="http://schemas.microsoft.com/office/drawing/2014/main" id="{F1283C6A-8A2F-8817-22E5-A956A7F2FA5A}"/>
              </a:ext>
            </a:extLst>
          </p:cNvPr>
          <p:cNvSpPr txBox="1"/>
          <p:nvPr/>
        </p:nvSpPr>
        <p:spPr>
          <a:xfrm>
            <a:off x="846666" y="2982147"/>
            <a:ext cx="141111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a:t>Variance:</a:t>
            </a:r>
          </a:p>
        </p:txBody>
      </p:sp>
      <p:sp>
        <p:nvSpPr>
          <p:cNvPr id="8" name="TextBox 7">
            <a:extLst>
              <a:ext uri="{FF2B5EF4-FFF2-40B4-BE49-F238E27FC236}">
                <a16:creationId xmlns:a16="http://schemas.microsoft.com/office/drawing/2014/main" id="{85B763B2-7FDA-18B0-357D-31AE34FEBAC6}"/>
              </a:ext>
            </a:extLst>
          </p:cNvPr>
          <p:cNvSpPr txBox="1"/>
          <p:nvPr/>
        </p:nvSpPr>
        <p:spPr>
          <a:xfrm>
            <a:off x="4101629" y="2822222"/>
            <a:ext cx="221074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where N is the number of data in the population</a:t>
            </a:r>
          </a:p>
        </p:txBody>
      </p:sp>
      <p:sp>
        <p:nvSpPr>
          <p:cNvPr id="9" name="TextBox 8">
            <a:extLst>
              <a:ext uri="{FF2B5EF4-FFF2-40B4-BE49-F238E27FC236}">
                <a16:creationId xmlns:a16="http://schemas.microsoft.com/office/drawing/2014/main" id="{E72423F8-DCD7-ADC2-4AD6-DA97F9070157}"/>
              </a:ext>
            </a:extLst>
          </p:cNvPr>
          <p:cNvSpPr txBox="1"/>
          <p:nvPr/>
        </p:nvSpPr>
        <p:spPr>
          <a:xfrm>
            <a:off x="4101629" y="4120443"/>
            <a:ext cx="206962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where n is the sample size</a:t>
            </a:r>
          </a:p>
        </p:txBody>
      </p:sp>
      <p:sp>
        <p:nvSpPr>
          <p:cNvPr id="10" name="TextBox 9">
            <a:extLst>
              <a:ext uri="{FF2B5EF4-FFF2-40B4-BE49-F238E27FC236}">
                <a16:creationId xmlns:a16="http://schemas.microsoft.com/office/drawing/2014/main" id="{D68DD525-F309-C491-C9C1-CF4C849B71B3}"/>
              </a:ext>
            </a:extLst>
          </p:cNvPr>
          <p:cNvSpPr txBox="1"/>
          <p:nvPr/>
        </p:nvSpPr>
        <p:spPr>
          <a:xfrm>
            <a:off x="733778" y="4148667"/>
            <a:ext cx="143933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a:t>Standard deviation</a:t>
            </a:r>
          </a:p>
        </p:txBody>
      </p:sp>
      <p:pic>
        <p:nvPicPr>
          <p:cNvPr id="5" name="Picture 4" descr="A mathematical equation with numbers and symbols&#10;&#10;Description automatically generated">
            <a:extLst>
              <a:ext uri="{FF2B5EF4-FFF2-40B4-BE49-F238E27FC236}">
                <a16:creationId xmlns:a16="http://schemas.microsoft.com/office/drawing/2014/main" id="{1247670E-7BB4-006E-2CC8-FA480309DF51}"/>
              </a:ext>
            </a:extLst>
          </p:cNvPr>
          <p:cNvPicPr>
            <a:picLocks noChangeAspect="1"/>
          </p:cNvPicPr>
          <p:nvPr/>
        </p:nvPicPr>
        <p:blipFill>
          <a:blip r:embed="rId4"/>
          <a:stretch>
            <a:fillRect/>
          </a:stretch>
        </p:blipFill>
        <p:spPr>
          <a:xfrm>
            <a:off x="2389364" y="2765895"/>
            <a:ext cx="1543050" cy="742950"/>
          </a:xfrm>
          <a:prstGeom prst="rect">
            <a:avLst/>
          </a:prstGeom>
        </p:spPr>
      </p:pic>
      <p:pic>
        <p:nvPicPr>
          <p:cNvPr id="13" name="Picture 12" descr="A square root of a mathematical equation&#10;&#10;Description automatically generated">
            <a:extLst>
              <a:ext uri="{FF2B5EF4-FFF2-40B4-BE49-F238E27FC236}">
                <a16:creationId xmlns:a16="http://schemas.microsoft.com/office/drawing/2014/main" id="{E791BF5D-3C05-1760-7307-D68EC1654E25}"/>
              </a:ext>
            </a:extLst>
          </p:cNvPr>
          <p:cNvPicPr>
            <a:picLocks noChangeAspect="1"/>
          </p:cNvPicPr>
          <p:nvPr/>
        </p:nvPicPr>
        <p:blipFill>
          <a:blip r:embed="rId5"/>
          <a:stretch>
            <a:fillRect/>
          </a:stretch>
        </p:blipFill>
        <p:spPr>
          <a:xfrm>
            <a:off x="2171582" y="4054357"/>
            <a:ext cx="1771650" cy="800100"/>
          </a:xfrm>
          <a:prstGeom prst="rect">
            <a:avLst/>
          </a:prstGeom>
        </p:spPr>
      </p:pic>
      <p:pic>
        <p:nvPicPr>
          <p:cNvPr id="14" name="Picture 13" descr="A screenshot of a computer code&#10;&#10;Description automatically generated">
            <a:extLst>
              <a:ext uri="{FF2B5EF4-FFF2-40B4-BE49-F238E27FC236}">
                <a16:creationId xmlns:a16="http://schemas.microsoft.com/office/drawing/2014/main" id="{DA720DE2-ED02-5338-0675-74BF5F993FB8}"/>
              </a:ext>
            </a:extLst>
          </p:cNvPr>
          <p:cNvPicPr>
            <a:picLocks noChangeAspect="1"/>
          </p:cNvPicPr>
          <p:nvPr/>
        </p:nvPicPr>
        <p:blipFill>
          <a:blip r:embed="rId6"/>
          <a:stretch>
            <a:fillRect/>
          </a:stretch>
        </p:blipFill>
        <p:spPr>
          <a:xfrm>
            <a:off x="7048030" y="1428413"/>
            <a:ext cx="3571051" cy="4622062"/>
          </a:xfrm>
          <a:prstGeom prst="rect">
            <a:avLst/>
          </a:prstGeom>
        </p:spPr>
      </p:pic>
    </p:spTree>
    <p:extLst>
      <p:ext uri="{BB962C8B-B14F-4D97-AF65-F5344CB8AC3E}">
        <p14:creationId xmlns:p14="http://schemas.microsoft.com/office/powerpoint/2010/main" val="4190235340"/>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1" name="Google Shape;201;g1f5b1d63dbe_0_167"/>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1f5b1d63dbe_0_167"/>
          <p:cNvSpPr txBox="1"/>
          <p:nvPr/>
        </p:nvSpPr>
        <p:spPr>
          <a:xfrm>
            <a:off x="2031750" y="175500"/>
            <a:ext cx="8128500" cy="1077188"/>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3. Descriptive Statistics</a:t>
            </a:r>
          </a:p>
          <a:p>
            <a:pPr marL="0" marR="0" lvl="0" indent="0" algn="ctr">
              <a:lnSpc>
                <a:spcPct val="100000"/>
              </a:lnSpc>
              <a:spcBef>
                <a:spcPts val="0"/>
              </a:spcBef>
              <a:spcAft>
                <a:spcPts val="0"/>
              </a:spcAft>
              <a:buSzPts val="2900"/>
              <a:buFont typeface="Arial"/>
              <a:buNone/>
            </a:pPr>
            <a:endParaRPr lang="en-US" sz="2900" b="1" i="0" u="none" strike="noStrike" cap="none">
              <a:solidFill>
                <a:schemeClr val="lt1"/>
              </a:solidFill>
              <a:latin typeface="Arial"/>
              <a:ea typeface="Arial"/>
              <a:cs typeface="Arial"/>
            </a:endParaRPr>
          </a:p>
        </p:txBody>
      </p:sp>
      <p:grpSp>
        <p:nvGrpSpPr>
          <p:cNvPr id="203" name="Google Shape;203;g1f5b1d63dbe_0_167"/>
          <p:cNvGrpSpPr/>
          <p:nvPr/>
        </p:nvGrpSpPr>
        <p:grpSpPr>
          <a:xfrm>
            <a:off x="11347140" y="6219968"/>
            <a:ext cx="596042" cy="478114"/>
            <a:chOff x="11573925" y="6265325"/>
            <a:chExt cx="450900" cy="450900"/>
          </a:xfrm>
        </p:grpSpPr>
        <p:sp>
          <p:nvSpPr>
            <p:cNvPr id="204" name="Google Shape;204;g1f5b1d63dbe_0_167"/>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1f5b1d63dbe_0_167"/>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22</a:t>
              </a:fld>
              <a:endParaRPr sz="2000" b="0" i="0" u="none" strike="noStrike" cap="none">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1AFF16A2-2E53-E3C1-1A2B-40F4E3ED4B91}"/>
              </a:ext>
            </a:extLst>
          </p:cNvPr>
          <p:cNvSpPr txBox="1"/>
          <p:nvPr/>
        </p:nvSpPr>
        <p:spPr>
          <a:xfrm>
            <a:off x="733778" y="1486370"/>
            <a:ext cx="45343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t>3.2. Measures for central tendency and dispersion tendency</a:t>
            </a:r>
            <a:endParaRPr lang="en-US" sz="1800"/>
          </a:p>
        </p:txBody>
      </p:sp>
      <p:sp>
        <p:nvSpPr>
          <p:cNvPr id="3" name="TextBox 2">
            <a:extLst>
              <a:ext uri="{FF2B5EF4-FFF2-40B4-BE49-F238E27FC236}">
                <a16:creationId xmlns:a16="http://schemas.microsoft.com/office/drawing/2014/main" id="{3754BBAD-06E9-41C1-736F-BC5339EA352F}"/>
              </a:ext>
            </a:extLst>
          </p:cNvPr>
          <p:cNvSpPr txBox="1"/>
          <p:nvPr/>
        </p:nvSpPr>
        <p:spPr>
          <a:xfrm>
            <a:off x="733777" y="2173111"/>
            <a:ext cx="463785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t>3.2.3  Amplitude, Spread and Box-plot</a:t>
            </a:r>
            <a:endParaRPr lang="en-US" sz="1600"/>
          </a:p>
        </p:txBody>
      </p:sp>
      <p:pic>
        <p:nvPicPr>
          <p:cNvPr id="6" name="Picture 5" descr="A diagram of a number of squares&#10;&#10;Description automatically generated">
            <a:extLst>
              <a:ext uri="{FF2B5EF4-FFF2-40B4-BE49-F238E27FC236}">
                <a16:creationId xmlns:a16="http://schemas.microsoft.com/office/drawing/2014/main" id="{4F0F7231-8A51-260F-97B3-D12B9656C2DC}"/>
              </a:ext>
            </a:extLst>
          </p:cNvPr>
          <p:cNvPicPr>
            <a:picLocks noChangeAspect="1"/>
          </p:cNvPicPr>
          <p:nvPr/>
        </p:nvPicPr>
        <p:blipFill>
          <a:blip r:embed="rId4"/>
          <a:stretch>
            <a:fillRect/>
          </a:stretch>
        </p:blipFill>
        <p:spPr>
          <a:xfrm>
            <a:off x="387586" y="2798598"/>
            <a:ext cx="5913495" cy="3010582"/>
          </a:xfrm>
          <a:prstGeom prst="rect">
            <a:avLst/>
          </a:prstGeom>
        </p:spPr>
      </p:pic>
      <p:sp>
        <p:nvSpPr>
          <p:cNvPr id="7" name="TextBox 6">
            <a:extLst>
              <a:ext uri="{FF2B5EF4-FFF2-40B4-BE49-F238E27FC236}">
                <a16:creationId xmlns:a16="http://schemas.microsoft.com/office/drawing/2014/main" id="{C9FFB88C-6B63-4D3B-8435-0908141F58CF}"/>
              </a:ext>
            </a:extLst>
          </p:cNvPr>
          <p:cNvSpPr txBox="1"/>
          <p:nvPr/>
        </p:nvSpPr>
        <p:spPr>
          <a:xfrm>
            <a:off x="1006592" y="5813777"/>
            <a:ext cx="2427111"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IQR = Q3 – Q1</a:t>
            </a:r>
          </a:p>
          <a:p>
            <a:r>
              <a:rPr lang="en-US" err="1"/>
              <a:t>Left_outlier</a:t>
            </a:r>
            <a:r>
              <a:rPr lang="en-US"/>
              <a:t> &lt; Q1 – 1.5IQR</a:t>
            </a:r>
          </a:p>
          <a:p>
            <a:r>
              <a:rPr lang="en-US" err="1"/>
              <a:t>Right_outlier</a:t>
            </a:r>
            <a:r>
              <a:rPr lang="en-US"/>
              <a:t> &gt; Q3 + 1.5IQR</a:t>
            </a:r>
          </a:p>
        </p:txBody>
      </p:sp>
      <p:pic>
        <p:nvPicPr>
          <p:cNvPr id="11" name="Picture 10" descr="A diagram of a graph&#10;&#10;Description automatically generated">
            <a:extLst>
              <a:ext uri="{FF2B5EF4-FFF2-40B4-BE49-F238E27FC236}">
                <a16:creationId xmlns:a16="http://schemas.microsoft.com/office/drawing/2014/main" id="{7ADA24DB-F501-5214-F201-8EAFB2475AE3}"/>
              </a:ext>
            </a:extLst>
          </p:cNvPr>
          <p:cNvPicPr>
            <a:picLocks noChangeAspect="1"/>
          </p:cNvPicPr>
          <p:nvPr/>
        </p:nvPicPr>
        <p:blipFill>
          <a:blip r:embed="rId5"/>
          <a:stretch>
            <a:fillRect/>
          </a:stretch>
        </p:blipFill>
        <p:spPr>
          <a:xfrm>
            <a:off x="7038622" y="2226698"/>
            <a:ext cx="3401718" cy="3655789"/>
          </a:xfrm>
          <a:prstGeom prst="rect">
            <a:avLst/>
          </a:prstGeom>
        </p:spPr>
      </p:pic>
    </p:spTree>
    <p:extLst>
      <p:ext uri="{BB962C8B-B14F-4D97-AF65-F5344CB8AC3E}">
        <p14:creationId xmlns:p14="http://schemas.microsoft.com/office/powerpoint/2010/main" val="1974787192"/>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1" name="Google Shape;201;g1f5b1d63dbe_0_167"/>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1f5b1d63dbe_0_167"/>
          <p:cNvSpPr txBox="1"/>
          <p:nvPr/>
        </p:nvSpPr>
        <p:spPr>
          <a:xfrm>
            <a:off x="2031750" y="175500"/>
            <a:ext cx="8128500" cy="1077188"/>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3. Descriptive Statistics</a:t>
            </a:r>
          </a:p>
          <a:p>
            <a:pPr marL="0" marR="0" lvl="0" indent="0" algn="ctr">
              <a:lnSpc>
                <a:spcPct val="100000"/>
              </a:lnSpc>
              <a:spcBef>
                <a:spcPts val="0"/>
              </a:spcBef>
              <a:spcAft>
                <a:spcPts val="0"/>
              </a:spcAft>
              <a:buSzPts val="2900"/>
              <a:buFont typeface="Arial"/>
              <a:buNone/>
            </a:pPr>
            <a:endParaRPr lang="en-US" sz="2900" b="1" i="0" u="none" strike="noStrike" cap="none">
              <a:solidFill>
                <a:schemeClr val="lt1"/>
              </a:solidFill>
              <a:latin typeface="Arial"/>
              <a:ea typeface="Arial"/>
              <a:cs typeface="Arial"/>
            </a:endParaRPr>
          </a:p>
        </p:txBody>
      </p:sp>
      <p:grpSp>
        <p:nvGrpSpPr>
          <p:cNvPr id="203" name="Google Shape;203;g1f5b1d63dbe_0_167"/>
          <p:cNvGrpSpPr/>
          <p:nvPr/>
        </p:nvGrpSpPr>
        <p:grpSpPr>
          <a:xfrm>
            <a:off x="11347140" y="6219968"/>
            <a:ext cx="596042" cy="478114"/>
            <a:chOff x="11573925" y="6265325"/>
            <a:chExt cx="450900" cy="450900"/>
          </a:xfrm>
        </p:grpSpPr>
        <p:sp>
          <p:nvSpPr>
            <p:cNvPr id="204" name="Google Shape;204;g1f5b1d63dbe_0_167"/>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1f5b1d63dbe_0_167"/>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23</a:t>
              </a:fld>
              <a:endParaRPr sz="2000" b="0" i="0" u="none" strike="noStrike" cap="none">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1AFF16A2-2E53-E3C1-1A2B-40F4E3ED4B91}"/>
              </a:ext>
            </a:extLst>
          </p:cNvPr>
          <p:cNvSpPr txBox="1"/>
          <p:nvPr/>
        </p:nvSpPr>
        <p:spPr>
          <a:xfrm>
            <a:off x="733778" y="1486370"/>
            <a:ext cx="4534368"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t>3.3. </a:t>
            </a:r>
            <a:r>
              <a:rPr lang="en-US" sz="2000" b="1"/>
              <a:t>Exercise</a:t>
            </a:r>
            <a:endParaRPr lang="en-US" sz="1800" b="1"/>
          </a:p>
          <a:p>
            <a:endParaRPr lang="en-US" sz="2000" b="1"/>
          </a:p>
          <a:p>
            <a:endParaRPr lang="en-US" sz="1800" b="1"/>
          </a:p>
        </p:txBody>
      </p:sp>
      <p:sp>
        <p:nvSpPr>
          <p:cNvPr id="4" name="TextBox 3">
            <a:extLst>
              <a:ext uri="{FF2B5EF4-FFF2-40B4-BE49-F238E27FC236}">
                <a16:creationId xmlns:a16="http://schemas.microsoft.com/office/drawing/2014/main" id="{F4321830-0E0C-F53A-4577-36D807CEAC70}"/>
              </a:ext>
            </a:extLst>
          </p:cNvPr>
          <p:cNvSpPr txBox="1"/>
          <p:nvPr/>
        </p:nvSpPr>
        <p:spPr>
          <a:xfrm>
            <a:off x="1257300" y="2730500"/>
            <a:ext cx="7708900" cy="22626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600">
                <a:hlinkClick r:id="rId4"/>
              </a:rPr>
              <a:t>1. Mean, median and mode</a:t>
            </a:r>
            <a:endParaRPr lang="en-US" sz="1600"/>
          </a:p>
          <a:p>
            <a:pPr>
              <a:lnSpc>
                <a:spcPct val="150000"/>
              </a:lnSpc>
            </a:pPr>
            <a:r>
              <a:rPr lang="en-US" sz="1600">
                <a:hlinkClick r:id="rId5"/>
              </a:rPr>
              <a:t>2. Weighted Mean</a:t>
            </a:r>
            <a:endParaRPr lang="en-US" sz="1600"/>
          </a:p>
          <a:p>
            <a:pPr>
              <a:lnSpc>
                <a:spcPct val="150000"/>
              </a:lnSpc>
            </a:pPr>
            <a:r>
              <a:rPr lang="en-US" sz="1600">
                <a:hlinkClick r:id="rId6"/>
              </a:rPr>
              <a:t>3. Quartiles</a:t>
            </a:r>
            <a:endParaRPr lang="en-US" sz="1600"/>
          </a:p>
          <a:p>
            <a:pPr>
              <a:lnSpc>
                <a:spcPct val="150000"/>
              </a:lnSpc>
            </a:pPr>
            <a:r>
              <a:rPr lang="en-US" sz="1600">
                <a:hlinkClick r:id="rId7"/>
              </a:rPr>
              <a:t>4. Interquartile range</a:t>
            </a:r>
            <a:endParaRPr lang="en-US" sz="1600"/>
          </a:p>
          <a:p>
            <a:pPr>
              <a:lnSpc>
                <a:spcPct val="150000"/>
              </a:lnSpc>
            </a:pPr>
            <a:r>
              <a:rPr lang="en-US" sz="1600">
                <a:hlinkClick r:id="rId8"/>
              </a:rPr>
              <a:t>5. Standard Deviation</a:t>
            </a:r>
            <a:endParaRPr lang="en-US" sz="1600"/>
          </a:p>
          <a:p>
            <a:pPr>
              <a:lnSpc>
                <a:spcPct val="150000"/>
              </a:lnSpc>
            </a:pPr>
            <a:r>
              <a:rPr lang="en-US" sz="1600">
                <a:hlinkClick r:id="rId9"/>
              </a:rPr>
              <a:t>6. Standard Deviation Puzzle 1</a:t>
            </a:r>
            <a:endParaRPr lang="en-US" sz="1600"/>
          </a:p>
        </p:txBody>
      </p:sp>
    </p:spTree>
    <p:extLst>
      <p:ext uri="{BB962C8B-B14F-4D97-AF65-F5344CB8AC3E}">
        <p14:creationId xmlns:p14="http://schemas.microsoft.com/office/powerpoint/2010/main" val="750377203"/>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1" name="Google Shape;201;g1f5b1d63dbe_0_167"/>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1f5b1d63dbe_0_167"/>
          <p:cNvSpPr txBox="1"/>
          <p:nvPr/>
        </p:nvSpPr>
        <p:spPr>
          <a:xfrm>
            <a:off x="2031750" y="175500"/>
            <a:ext cx="8128500" cy="1523464"/>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4. Correlation and Regression</a:t>
            </a:r>
          </a:p>
          <a:p>
            <a:pPr algn="ctr"/>
            <a:endParaRPr lang="en-US" sz="2900" b="1">
              <a:solidFill>
                <a:schemeClr val="lt1"/>
              </a:solidFill>
            </a:endParaRPr>
          </a:p>
          <a:p>
            <a:pPr marL="0" marR="0" lvl="0" indent="0" algn="ctr">
              <a:lnSpc>
                <a:spcPct val="100000"/>
              </a:lnSpc>
              <a:spcBef>
                <a:spcPts val="0"/>
              </a:spcBef>
              <a:spcAft>
                <a:spcPts val="0"/>
              </a:spcAft>
              <a:buSzPts val="2900"/>
              <a:buFont typeface="Arial"/>
              <a:buNone/>
            </a:pPr>
            <a:endParaRPr lang="en-US" sz="2900" b="1" i="0" u="none" strike="noStrike" cap="none">
              <a:solidFill>
                <a:schemeClr val="lt1"/>
              </a:solidFill>
              <a:latin typeface="Arial"/>
              <a:ea typeface="Arial"/>
              <a:cs typeface="Arial"/>
            </a:endParaRPr>
          </a:p>
        </p:txBody>
      </p:sp>
      <p:grpSp>
        <p:nvGrpSpPr>
          <p:cNvPr id="203" name="Google Shape;203;g1f5b1d63dbe_0_167"/>
          <p:cNvGrpSpPr/>
          <p:nvPr/>
        </p:nvGrpSpPr>
        <p:grpSpPr>
          <a:xfrm>
            <a:off x="11243659" y="6210561"/>
            <a:ext cx="699523" cy="487521"/>
            <a:chOff x="11573925" y="6265325"/>
            <a:chExt cx="450900" cy="450900"/>
          </a:xfrm>
        </p:grpSpPr>
        <p:sp>
          <p:nvSpPr>
            <p:cNvPr id="204" name="Google Shape;204;g1f5b1d63dbe_0_167"/>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1f5b1d63dbe_0_167"/>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24</a:t>
              </a:fld>
              <a:endParaRPr sz="2000" b="0" i="0" u="none" strike="noStrike" cap="none">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44ABC208-9220-74AB-D276-4EA8FAB50BD5}"/>
              </a:ext>
            </a:extLst>
          </p:cNvPr>
          <p:cNvSpPr txBox="1"/>
          <p:nvPr/>
        </p:nvSpPr>
        <p:spPr>
          <a:xfrm>
            <a:off x="893704" y="1345259"/>
            <a:ext cx="41486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t>4.1. Correlation coefficient r</a:t>
            </a:r>
            <a:endParaRPr lang="en-US" sz="1800"/>
          </a:p>
        </p:txBody>
      </p:sp>
      <p:pic>
        <p:nvPicPr>
          <p:cNvPr id="3" name="Picture 2">
            <a:extLst>
              <a:ext uri="{FF2B5EF4-FFF2-40B4-BE49-F238E27FC236}">
                <a16:creationId xmlns:a16="http://schemas.microsoft.com/office/drawing/2014/main" id="{99C5272E-6E03-5A24-1C65-D671C2F74FBB}"/>
              </a:ext>
            </a:extLst>
          </p:cNvPr>
          <p:cNvPicPr>
            <a:picLocks noChangeAspect="1"/>
          </p:cNvPicPr>
          <p:nvPr/>
        </p:nvPicPr>
        <p:blipFill>
          <a:blip r:embed="rId3"/>
          <a:stretch>
            <a:fillRect/>
          </a:stretch>
        </p:blipFill>
        <p:spPr>
          <a:xfrm>
            <a:off x="961437" y="1640709"/>
            <a:ext cx="9196681" cy="1582212"/>
          </a:xfrm>
          <a:prstGeom prst="rect">
            <a:avLst/>
          </a:prstGeom>
        </p:spPr>
      </p:pic>
      <p:sp>
        <p:nvSpPr>
          <p:cNvPr id="4" name="TextBox 3">
            <a:extLst>
              <a:ext uri="{FF2B5EF4-FFF2-40B4-BE49-F238E27FC236}">
                <a16:creationId xmlns:a16="http://schemas.microsoft.com/office/drawing/2014/main" id="{812B9378-8480-298E-2F85-B282B4A52A87}"/>
              </a:ext>
            </a:extLst>
          </p:cNvPr>
          <p:cNvSpPr txBox="1"/>
          <p:nvPr/>
        </p:nvSpPr>
        <p:spPr>
          <a:xfrm>
            <a:off x="1222963" y="3697111"/>
            <a:ext cx="8250295" cy="25699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Char char="•"/>
            </a:pPr>
            <a:r>
              <a:rPr lang="en-US"/>
              <a:t>r&gt;0 corresponds to a positive correlation</a:t>
            </a:r>
          </a:p>
          <a:p>
            <a:pPr marL="285750" indent="-285750">
              <a:lnSpc>
                <a:spcPct val="150000"/>
              </a:lnSpc>
              <a:buChar char="•"/>
            </a:pPr>
            <a:r>
              <a:rPr lang="en-US"/>
              <a:t>r&lt;0 corresponds to negative correlation</a:t>
            </a:r>
          </a:p>
          <a:p>
            <a:pPr marL="285750" indent="-285750">
              <a:lnSpc>
                <a:spcPct val="150000"/>
              </a:lnSpc>
              <a:buChar char="•"/>
            </a:pPr>
            <a:r>
              <a:rPr lang="en-US"/>
              <a:t>r only accepts values in the range [-1;1]; The closer the absolute value of r is to 1, the stronger the linear correlation is, and when |r|=1, the data sample has the strongest linear correlation (all data lie on a straight line).</a:t>
            </a:r>
          </a:p>
          <a:p>
            <a:pPr marL="285750" indent="-285750">
              <a:lnSpc>
                <a:spcPct val="150000"/>
              </a:lnSpc>
              <a:buChar char="•"/>
            </a:pPr>
            <a:r>
              <a:rPr lang="en-US"/>
              <a:t>r=0 corresponds to the case of uncorrelated data samples.</a:t>
            </a:r>
          </a:p>
          <a:p>
            <a:pPr marL="285750" indent="-285750">
              <a:lnSpc>
                <a:spcPct val="150000"/>
              </a:lnSpc>
              <a:buChar char="•"/>
            </a:pPr>
            <a:r>
              <a:rPr lang="en-US"/>
              <a:t>If you swap the roles of x and y, the value of r does not change.</a:t>
            </a:r>
          </a:p>
          <a:p>
            <a:pPr algn="l"/>
            <a:endParaRPr lang="en-US"/>
          </a:p>
        </p:txBody>
      </p:sp>
      <p:sp>
        <p:nvSpPr>
          <p:cNvPr id="5" name="TextBox 4">
            <a:extLst>
              <a:ext uri="{FF2B5EF4-FFF2-40B4-BE49-F238E27FC236}">
                <a16:creationId xmlns:a16="http://schemas.microsoft.com/office/drawing/2014/main" id="{6343D1F5-34AE-A926-D376-2C98274D9ECE}"/>
              </a:ext>
            </a:extLst>
          </p:cNvPr>
          <p:cNvSpPr txBox="1"/>
          <p:nvPr/>
        </p:nvSpPr>
        <p:spPr>
          <a:xfrm>
            <a:off x="1458147" y="3160888"/>
            <a:ext cx="714962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z (z-score): the number of standard deviations a given data point is from the average</a:t>
            </a:r>
          </a:p>
        </p:txBody>
      </p:sp>
    </p:spTree>
    <p:extLst>
      <p:ext uri="{BB962C8B-B14F-4D97-AF65-F5344CB8AC3E}">
        <p14:creationId xmlns:p14="http://schemas.microsoft.com/office/powerpoint/2010/main" val="431644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1" name="Google Shape;201;g1f5b1d63dbe_0_167"/>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1f5b1d63dbe_0_167"/>
          <p:cNvSpPr txBox="1"/>
          <p:nvPr/>
        </p:nvSpPr>
        <p:spPr>
          <a:xfrm>
            <a:off x="2031750" y="175500"/>
            <a:ext cx="8128500" cy="1523464"/>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4. Correlation and Regression</a:t>
            </a:r>
          </a:p>
          <a:p>
            <a:pPr algn="ctr"/>
            <a:endParaRPr lang="en-US" sz="2900" b="1">
              <a:solidFill>
                <a:schemeClr val="lt1"/>
              </a:solidFill>
            </a:endParaRPr>
          </a:p>
          <a:p>
            <a:pPr marL="0" marR="0" lvl="0" indent="0" algn="ctr">
              <a:lnSpc>
                <a:spcPct val="100000"/>
              </a:lnSpc>
              <a:spcBef>
                <a:spcPts val="0"/>
              </a:spcBef>
              <a:spcAft>
                <a:spcPts val="0"/>
              </a:spcAft>
              <a:buSzPts val="2900"/>
              <a:buFont typeface="Arial"/>
              <a:buNone/>
            </a:pPr>
            <a:endParaRPr lang="en-US" sz="2900" b="1" i="0" u="none" strike="noStrike" cap="none">
              <a:solidFill>
                <a:schemeClr val="lt1"/>
              </a:solidFill>
              <a:latin typeface="Arial"/>
              <a:ea typeface="Arial"/>
              <a:cs typeface="Arial"/>
            </a:endParaRPr>
          </a:p>
        </p:txBody>
      </p:sp>
      <p:grpSp>
        <p:nvGrpSpPr>
          <p:cNvPr id="203" name="Google Shape;203;g1f5b1d63dbe_0_167"/>
          <p:cNvGrpSpPr/>
          <p:nvPr/>
        </p:nvGrpSpPr>
        <p:grpSpPr>
          <a:xfrm>
            <a:off x="11243659" y="6210561"/>
            <a:ext cx="699523" cy="487521"/>
            <a:chOff x="11573925" y="6265325"/>
            <a:chExt cx="450900" cy="450900"/>
          </a:xfrm>
        </p:grpSpPr>
        <p:sp>
          <p:nvSpPr>
            <p:cNvPr id="204" name="Google Shape;204;g1f5b1d63dbe_0_167"/>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1f5b1d63dbe_0_167"/>
            <p:cNvSpPr/>
            <p:nvPr/>
          </p:nvSpPr>
          <p:spPr>
            <a:xfrm>
              <a:off x="11602134" y="6309575"/>
              <a:ext cx="394500" cy="362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25</a:t>
              </a:fld>
              <a:endParaRPr sz="2000" b="0" i="0" u="none" strike="noStrike" cap="none">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44ABC208-9220-74AB-D276-4EA8FAB50BD5}"/>
              </a:ext>
            </a:extLst>
          </p:cNvPr>
          <p:cNvSpPr txBox="1"/>
          <p:nvPr/>
        </p:nvSpPr>
        <p:spPr>
          <a:xfrm>
            <a:off x="893704" y="1345259"/>
            <a:ext cx="41486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t>4.2.  Regression problem</a:t>
            </a:r>
            <a:endParaRPr lang="en-US" sz="1800"/>
          </a:p>
        </p:txBody>
      </p:sp>
      <p:sp>
        <p:nvSpPr>
          <p:cNvPr id="5" name="TextBox 4">
            <a:extLst>
              <a:ext uri="{FF2B5EF4-FFF2-40B4-BE49-F238E27FC236}">
                <a16:creationId xmlns:a16="http://schemas.microsoft.com/office/drawing/2014/main" id="{06AE078C-7FCD-8797-98F0-98B1AE52BC89}"/>
              </a:ext>
            </a:extLst>
          </p:cNvPr>
          <p:cNvSpPr txBox="1"/>
          <p:nvPr/>
        </p:nvSpPr>
        <p:spPr>
          <a:xfrm>
            <a:off x="809037" y="2003777"/>
            <a:ext cx="5616221" cy="10218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t> The slope coefficient ( also known as the slope coefficient of the regression line)  b </a:t>
            </a:r>
            <a:r>
              <a:rPr lang="en-US"/>
              <a:t> and  </a:t>
            </a:r>
            <a:r>
              <a:rPr lang="en-US" b="1"/>
              <a:t>intersect it with the axis Oy a </a:t>
            </a:r>
            <a:r>
              <a:rPr lang="en-US"/>
              <a:t> to build the  </a:t>
            </a:r>
            <a:r>
              <a:rPr lang="en-US" b="1"/>
              <a:t>linear regression line  equation </a:t>
            </a:r>
            <a:r>
              <a:rPr lang="en-US" b="1" i="1"/>
              <a:t>y = a + bx</a:t>
            </a:r>
            <a:r>
              <a:rPr lang="en-US" b="1"/>
              <a:t> :</a:t>
            </a:r>
            <a:endParaRPr lang="en-US"/>
          </a:p>
        </p:txBody>
      </p:sp>
      <p:pic>
        <p:nvPicPr>
          <p:cNvPr id="6" name="Picture 5" descr="A white background with black text&#10;&#10;Description automatically generated">
            <a:extLst>
              <a:ext uri="{FF2B5EF4-FFF2-40B4-BE49-F238E27FC236}">
                <a16:creationId xmlns:a16="http://schemas.microsoft.com/office/drawing/2014/main" id="{0AFE5726-1FCE-5C54-D4F0-1028F88329EA}"/>
              </a:ext>
            </a:extLst>
          </p:cNvPr>
          <p:cNvPicPr>
            <a:picLocks noChangeAspect="1"/>
          </p:cNvPicPr>
          <p:nvPr/>
        </p:nvPicPr>
        <p:blipFill>
          <a:blip r:embed="rId3"/>
          <a:stretch>
            <a:fillRect/>
          </a:stretch>
        </p:blipFill>
        <p:spPr>
          <a:xfrm>
            <a:off x="810918" y="3108719"/>
            <a:ext cx="4634088" cy="2324486"/>
          </a:xfrm>
          <a:prstGeom prst="rect">
            <a:avLst/>
          </a:prstGeom>
        </p:spPr>
      </p:pic>
      <p:sp>
        <p:nvSpPr>
          <p:cNvPr id="7" name="TextBox 6">
            <a:extLst>
              <a:ext uri="{FF2B5EF4-FFF2-40B4-BE49-F238E27FC236}">
                <a16:creationId xmlns:a16="http://schemas.microsoft.com/office/drawing/2014/main" id="{1C7D68CD-125A-558C-18D3-8FF4B5D66F41}"/>
              </a:ext>
            </a:extLst>
          </p:cNvPr>
          <p:cNvSpPr txBox="1"/>
          <p:nvPr/>
        </p:nvSpPr>
        <p:spPr>
          <a:xfrm>
            <a:off x="809036" y="5559777"/>
            <a:ext cx="447792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buChar char="•"/>
            </a:pPr>
            <a:r>
              <a:rPr lang="en-US" b="1"/>
              <a:t>r&gt;0</a:t>
            </a:r>
            <a:r>
              <a:rPr lang="en-US"/>
              <a:t>  corresponds to the covariate regression line</a:t>
            </a:r>
          </a:p>
          <a:p>
            <a:pPr algn="l">
              <a:buChar char="•"/>
            </a:pPr>
            <a:r>
              <a:rPr lang="en-US" b="1"/>
              <a:t>r&lt;0</a:t>
            </a:r>
            <a:r>
              <a:rPr lang="en-US"/>
              <a:t>  corresponds to the inverse regression line</a:t>
            </a:r>
          </a:p>
        </p:txBody>
      </p:sp>
      <p:pic>
        <p:nvPicPr>
          <p:cNvPr id="8" name="Picture 7" descr="A graph on a blackboard&#10;&#10;Description automatically generated">
            <a:extLst>
              <a:ext uri="{FF2B5EF4-FFF2-40B4-BE49-F238E27FC236}">
                <a16:creationId xmlns:a16="http://schemas.microsoft.com/office/drawing/2014/main" id="{93A7481E-C97B-0DB3-D909-E71C92803E31}"/>
              </a:ext>
            </a:extLst>
          </p:cNvPr>
          <p:cNvPicPr>
            <a:picLocks noChangeAspect="1"/>
          </p:cNvPicPr>
          <p:nvPr/>
        </p:nvPicPr>
        <p:blipFill>
          <a:blip r:embed="rId4"/>
          <a:stretch>
            <a:fillRect/>
          </a:stretch>
        </p:blipFill>
        <p:spPr>
          <a:xfrm>
            <a:off x="6097882" y="2031825"/>
            <a:ext cx="5810014" cy="4083165"/>
          </a:xfrm>
          <a:prstGeom prst="rect">
            <a:avLst/>
          </a:prstGeom>
        </p:spPr>
      </p:pic>
    </p:spTree>
    <p:extLst>
      <p:ext uri="{BB962C8B-B14F-4D97-AF65-F5344CB8AC3E}">
        <p14:creationId xmlns:p14="http://schemas.microsoft.com/office/powerpoint/2010/main" val="2651658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1" name="Google Shape;201;g1f5b1d63dbe_0_167"/>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1f5b1d63dbe_0_167"/>
          <p:cNvSpPr txBox="1"/>
          <p:nvPr/>
        </p:nvSpPr>
        <p:spPr>
          <a:xfrm>
            <a:off x="2031750" y="175500"/>
            <a:ext cx="8128500" cy="1969740"/>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5. Probability and Probability Distribution</a:t>
            </a:r>
          </a:p>
          <a:p>
            <a:pPr algn="ctr"/>
            <a:endParaRPr lang="en-US" sz="2900" b="1">
              <a:solidFill>
                <a:schemeClr val="lt1"/>
              </a:solidFill>
            </a:endParaRPr>
          </a:p>
          <a:p>
            <a:pPr algn="ctr"/>
            <a:endParaRPr lang="en-US" sz="2900" b="1">
              <a:solidFill>
                <a:schemeClr val="lt1"/>
              </a:solidFill>
            </a:endParaRPr>
          </a:p>
          <a:p>
            <a:pPr marL="0" marR="0" lvl="0" indent="0" algn="ctr">
              <a:lnSpc>
                <a:spcPct val="100000"/>
              </a:lnSpc>
              <a:spcBef>
                <a:spcPts val="0"/>
              </a:spcBef>
              <a:spcAft>
                <a:spcPts val="0"/>
              </a:spcAft>
              <a:buSzPts val="2900"/>
              <a:buFont typeface="Arial"/>
              <a:buNone/>
            </a:pPr>
            <a:endParaRPr lang="en-US" sz="2900" b="1" i="0" u="none" strike="noStrike" cap="none">
              <a:solidFill>
                <a:schemeClr val="lt1"/>
              </a:solidFill>
              <a:latin typeface="Arial"/>
              <a:ea typeface="Arial"/>
              <a:cs typeface="Arial"/>
            </a:endParaRPr>
          </a:p>
        </p:txBody>
      </p:sp>
      <p:grpSp>
        <p:nvGrpSpPr>
          <p:cNvPr id="203" name="Google Shape;203;g1f5b1d63dbe_0_167"/>
          <p:cNvGrpSpPr/>
          <p:nvPr/>
        </p:nvGrpSpPr>
        <p:grpSpPr>
          <a:xfrm>
            <a:off x="11271538" y="6219968"/>
            <a:ext cx="671641" cy="478114"/>
            <a:chOff x="11516735" y="6265325"/>
            <a:chExt cx="508090" cy="450900"/>
          </a:xfrm>
        </p:grpSpPr>
        <p:sp>
          <p:nvSpPr>
            <p:cNvPr id="204" name="Google Shape;204;g1f5b1d63dbe_0_167"/>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1f5b1d63dbe_0_167"/>
            <p:cNvSpPr/>
            <p:nvPr/>
          </p:nvSpPr>
          <p:spPr>
            <a:xfrm>
              <a:off x="11516735" y="6291832"/>
              <a:ext cx="479899" cy="380143"/>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26</a:t>
              </a:fld>
              <a:endParaRPr sz="2000" b="0" i="0" u="none" strike="noStrike" cap="none">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D551457E-BC0C-4E04-F3FF-05AA147DB73F}"/>
              </a:ext>
            </a:extLst>
          </p:cNvPr>
          <p:cNvSpPr txBox="1"/>
          <p:nvPr/>
        </p:nvSpPr>
        <p:spPr>
          <a:xfrm>
            <a:off x="1204148" y="2144889"/>
            <a:ext cx="21542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t> Randomness</a:t>
            </a:r>
            <a:endParaRPr lang="en-US"/>
          </a:p>
        </p:txBody>
      </p:sp>
      <p:sp>
        <p:nvSpPr>
          <p:cNvPr id="3" name="TextBox 2">
            <a:extLst>
              <a:ext uri="{FF2B5EF4-FFF2-40B4-BE49-F238E27FC236}">
                <a16:creationId xmlns:a16="http://schemas.microsoft.com/office/drawing/2014/main" id="{B11D30B0-E9CB-CD9F-E290-67CADC9E547C}"/>
              </a:ext>
            </a:extLst>
          </p:cNvPr>
          <p:cNvSpPr txBox="1"/>
          <p:nvPr/>
        </p:nvSpPr>
        <p:spPr>
          <a:xfrm>
            <a:off x="1081852" y="1382888"/>
            <a:ext cx="21166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t>5.1. Probability</a:t>
            </a:r>
            <a:endParaRPr lang="en-US" sz="1800"/>
          </a:p>
        </p:txBody>
      </p:sp>
      <p:sp>
        <p:nvSpPr>
          <p:cNvPr id="4" name="TextBox 3">
            <a:extLst>
              <a:ext uri="{FF2B5EF4-FFF2-40B4-BE49-F238E27FC236}">
                <a16:creationId xmlns:a16="http://schemas.microsoft.com/office/drawing/2014/main" id="{9BFF85B1-28D1-1366-4377-914A7D9FA1DA}"/>
              </a:ext>
            </a:extLst>
          </p:cNvPr>
          <p:cNvSpPr txBox="1"/>
          <p:nvPr/>
        </p:nvSpPr>
        <p:spPr>
          <a:xfrm>
            <a:off x="1853259" y="2144888"/>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5" name="Picture 4" descr="A close-up of a sign&#10;&#10;Description automatically generated">
            <a:extLst>
              <a:ext uri="{FF2B5EF4-FFF2-40B4-BE49-F238E27FC236}">
                <a16:creationId xmlns:a16="http://schemas.microsoft.com/office/drawing/2014/main" id="{F8B1E928-966A-F596-4CC1-D9D3B735BB0C}"/>
              </a:ext>
            </a:extLst>
          </p:cNvPr>
          <p:cNvPicPr>
            <a:picLocks noChangeAspect="1"/>
          </p:cNvPicPr>
          <p:nvPr/>
        </p:nvPicPr>
        <p:blipFill>
          <a:blip r:embed="rId4"/>
          <a:stretch>
            <a:fillRect/>
          </a:stretch>
        </p:blipFill>
        <p:spPr>
          <a:xfrm>
            <a:off x="1260651" y="2698632"/>
            <a:ext cx="2878549" cy="1225550"/>
          </a:xfrm>
          <a:prstGeom prst="rect">
            <a:avLst/>
          </a:prstGeom>
        </p:spPr>
      </p:pic>
      <p:sp>
        <p:nvSpPr>
          <p:cNvPr id="6" name="TextBox 5">
            <a:extLst>
              <a:ext uri="{FF2B5EF4-FFF2-40B4-BE49-F238E27FC236}">
                <a16:creationId xmlns:a16="http://schemas.microsoft.com/office/drawing/2014/main" id="{F8B970A3-CDA9-421C-DA01-AFFF5C451A24}"/>
              </a:ext>
            </a:extLst>
          </p:cNvPr>
          <p:cNvSpPr txBox="1"/>
          <p:nvPr/>
        </p:nvSpPr>
        <p:spPr>
          <a:xfrm>
            <a:off x="4938888" y="2050815"/>
            <a:ext cx="5324591" cy="19236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t>The sample space Ω is the set of all possibilities that can occur when conducting an experiment.</a:t>
            </a:r>
          </a:p>
          <a:p>
            <a:pPr>
              <a:lnSpc>
                <a:spcPct val="150000"/>
              </a:lnSpc>
            </a:pPr>
            <a:r>
              <a:rPr lang="en-US"/>
              <a:t>Event A is the phenomenon we are interested in, A is a subset of the sample space.</a:t>
            </a:r>
          </a:p>
          <a:p>
            <a:pPr>
              <a:lnSpc>
                <a:spcPct val="150000"/>
              </a:lnSpc>
            </a:pPr>
            <a:r>
              <a:rPr lang="en-US"/>
              <a:t>Probability of event A occurring:</a:t>
            </a:r>
          </a:p>
          <a:p>
            <a:pPr algn="l"/>
            <a:endParaRPr lang="en-US"/>
          </a:p>
        </p:txBody>
      </p:sp>
      <p:pic>
        <p:nvPicPr>
          <p:cNvPr id="7" name="Picture 6" descr="A mathematical equation with letters and numbers&#10;&#10;Description automatically generated">
            <a:extLst>
              <a:ext uri="{FF2B5EF4-FFF2-40B4-BE49-F238E27FC236}">
                <a16:creationId xmlns:a16="http://schemas.microsoft.com/office/drawing/2014/main" id="{057788A7-B298-A019-1480-8B5996CC86E9}"/>
              </a:ext>
            </a:extLst>
          </p:cNvPr>
          <p:cNvPicPr>
            <a:picLocks noChangeAspect="1"/>
          </p:cNvPicPr>
          <p:nvPr/>
        </p:nvPicPr>
        <p:blipFill>
          <a:blip r:embed="rId5"/>
          <a:stretch>
            <a:fillRect/>
          </a:stretch>
        </p:blipFill>
        <p:spPr>
          <a:xfrm>
            <a:off x="7637169" y="3127082"/>
            <a:ext cx="1790700" cy="904875"/>
          </a:xfrm>
          <a:prstGeom prst="rect">
            <a:avLst/>
          </a:prstGeom>
        </p:spPr>
      </p:pic>
      <p:sp>
        <p:nvSpPr>
          <p:cNvPr id="8" name="TextBox 7">
            <a:extLst>
              <a:ext uri="{FF2B5EF4-FFF2-40B4-BE49-F238E27FC236}">
                <a16:creationId xmlns:a16="http://schemas.microsoft.com/office/drawing/2014/main" id="{B286DB27-F40C-0131-3B0D-54F0CCB15733}"/>
              </a:ext>
            </a:extLst>
          </p:cNvPr>
          <p:cNvSpPr txBox="1"/>
          <p:nvPr/>
        </p:nvSpPr>
        <p:spPr>
          <a:xfrm>
            <a:off x="1232370" y="4308592"/>
            <a:ext cx="4327407" cy="19913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lnSpc>
                <a:spcPct val="150000"/>
              </a:lnSpc>
              <a:buChar char="•"/>
            </a:pPr>
            <a:r>
              <a:rPr lang="en-US" b="1"/>
              <a:t>Joint probability: </a:t>
            </a:r>
            <a:r>
              <a:rPr lang="en-US"/>
              <a:t> probability of an event formed when both characteristics occur together (intersection of two characteristics)</a:t>
            </a:r>
          </a:p>
          <a:p>
            <a:pPr algn="l">
              <a:lnSpc>
                <a:spcPct val="150000"/>
              </a:lnSpc>
              <a:buChar char="•"/>
            </a:pPr>
            <a:r>
              <a:rPr lang="en-US" b="1"/>
              <a:t>Marginal probability:</a:t>
            </a:r>
            <a:r>
              <a:rPr lang="en-US"/>
              <a:t> the probability of the outcome of each individual characteristic</a:t>
            </a:r>
          </a:p>
          <a:p>
            <a:pPr>
              <a:lnSpc>
                <a:spcPct val="150000"/>
              </a:lnSpc>
              <a:buChar char="•"/>
            </a:pPr>
            <a:r>
              <a:rPr lang="en-US"/>
              <a:t> </a:t>
            </a:r>
            <a:r>
              <a:rPr lang="en-US" b="1"/>
              <a:t>Conditional probability</a:t>
            </a:r>
          </a:p>
        </p:txBody>
      </p:sp>
      <p:pic>
        <p:nvPicPr>
          <p:cNvPr id="9" name="Picture 8" descr="A mathematical equation with black text&#10;&#10;Description automatically generated">
            <a:extLst>
              <a:ext uri="{FF2B5EF4-FFF2-40B4-BE49-F238E27FC236}">
                <a16:creationId xmlns:a16="http://schemas.microsoft.com/office/drawing/2014/main" id="{64834F9F-889D-8C2E-8871-77AD025493C6}"/>
              </a:ext>
            </a:extLst>
          </p:cNvPr>
          <p:cNvPicPr>
            <a:picLocks noChangeAspect="1"/>
          </p:cNvPicPr>
          <p:nvPr/>
        </p:nvPicPr>
        <p:blipFill>
          <a:blip r:embed="rId6"/>
          <a:stretch>
            <a:fillRect/>
          </a:stretch>
        </p:blipFill>
        <p:spPr>
          <a:xfrm>
            <a:off x="5513034" y="5606580"/>
            <a:ext cx="2755782" cy="978840"/>
          </a:xfrm>
          <a:prstGeom prst="rect">
            <a:avLst/>
          </a:prstGeom>
        </p:spPr>
      </p:pic>
    </p:spTree>
    <p:extLst>
      <p:ext uri="{BB962C8B-B14F-4D97-AF65-F5344CB8AC3E}">
        <p14:creationId xmlns:p14="http://schemas.microsoft.com/office/powerpoint/2010/main" val="3702684579"/>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1" name="Google Shape;201;g1f5b1d63dbe_0_167"/>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1f5b1d63dbe_0_167"/>
          <p:cNvSpPr txBox="1"/>
          <p:nvPr/>
        </p:nvSpPr>
        <p:spPr>
          <a:xfrm>
            <a:off x="2031750" y="175500"/>
            <a:ext cx="8128500" cy="1969740"/>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5. Probability and Probability Distribution</a:t>
            </a:r>
          </a:p>
          <a:p>
            <a:pPr algn="ctr"/>
            <a:endParaRPr lang="en-US" sz="2900" b="1">
              <a:solidFill>
                <a:schemeClr val="lt1"/>
              </a:solidFill>
            </a:endParaRPr>
          </a:p>
          <a:p>
            <a:pPr algn="ctr"/>
            <a:endParaRPr lang="en-US" sz="2900" b="1">
              <a:solidFill>
                <a:schemeClr val="lt1"/>
              </a:solidFill>
            </a:endParaRPr>
          </a:p>
          <a:p>
            <a:pPr marL="0" marR="0" lvl="0" indent="0" algn="ctr">
              <a:lnSpc>
                <a:spcPct val="100000"/>
              </a:lnSpc>
              <a:spcBef>
                <a:spcPts val="0"/>
              </a:spcBef>
              <a:spcAft>
                <a:spcPts val="0"/>
              </a:spcAft>
              <a:buSzPts val="2900"/>
              <a:buFont typeface="Arial"/>
              <a:buNone/>
            </a:pPr>
            <a:endParaRPr lang="en-US" sz="2900" b="1" i="0" u="none" strike="noStrike" cap="none">
              <a:solidFill>
                <a:schemeClr val="lt1"/>
              </a:solidFill>
              <a:latin typeface="Arial"/>
              <a:ea typeface="Arial"/>
              <a:cs typeface="Arial"/>
            </a:endParaRPr>
          </a:p>
        </p:txBody>
      </p:sp>
      <p:grpSp>
        <p:nvGrpSpPr>
          <p:cNvPr id="203" name="Google Shape;203;g1f5b1d63dbe_0_167"/>
          <p:cNvGrpSpPr/>
          <p:nvPr/>
        </p:nvGrpSpPr>
        <p:grpSpPr>
          <a:xfrm>
            <a:off x="11205688" y="6219860"/>
            <a:ext cx="737856" cy="478229"/>
            <a:chOff x="11466920" y="6265217"/>
            <a:chExt cx="558181" cy="451008"/>
          </a:xfrm>
        </p:grpSpPr>
        <p:sp>
          <p:nvSpPr>
            <p:cNvPr id="204" name="Google Shape;204;g1f5b1d63dbe_0_167"/>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1f5b1d63dbe_0_167"/>
            <p:cNvSpPr/>
            <p:nvPr/>
          </p:nvSpPr>
          <p:spPr>
            <a:xfrm>
              <a:off x="11466920" y="6265217"/>
              <a:ext cx="558181" cy="406758"/>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27</a:t>
              </a:fld>
              <a:endParaRPr sz="2000" b="0" i="0" u="none" strike="noStrike" cap="none">
                <a:solidFill>
                  <a:schemeClr val="lt1"/>
                </a:solidFill>
                <a:latin typeface="Arial"/>
                <a:ea typeface="Arial"/>
                <a:cs typeface="Arial"/>
                <a:sym typeface="Arial"/>
              </a:endParaRPr>
            </a:p>
          </p:txBody>
        </p:sp>
      </p:grpSp>
      <p:sp>
        <p:nvSpPr>
          <p:cNvPr id="3" name="TextBox 2">
            <a:extLst>
              <a:ext uri="{FF2B5EF4-FFF2-40B4-BE49-F238E27FC236}">
                <a16:creationId xmlns:a16="http://schemas.microsoft.com/office/drawing/2014/main" id="{B11D30B0-E9CB-CD9F-E290-67CADC9E547C}"/>
              </a:ext>
            </a:extLst>
          </p:cNvPr>
          <p:cNvSpPr txBox="1"/>
          <p:nvPr/>
        </p:nvSpPr>
        <p:spPr>
          <a:xfrm>
            <a:off x="1081852" y="1382888"/>
            <a:ext cx="317970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t>5.2. Probability Distribution</a:t>
            </a:r>
            <a:endParaRPr lang="en-US" sz="1800"/>
          </a:p>
        </p:txBody>
      </p:sp>
      <p:sp>
        <p:nvSpPr>
          <p:cNvPr id="4" name="TextBox 3">
            <a:extLst>
              <a:ext uri="{FF2B5EF4-FFF2-40B4-BE49-F238E27FC236}">
                <a16:creationId xmlns:a16="http://schemas.microsoft.com/office/drawing/2014/main" id="{9BFF85B1-28D1-1366-4377-914A7D9FA1DA}"/>
              </a:ext>
            </a:extLst>
          </p:cNvPr>
          <p:cNvSpPr txBox="1"/>
          <p:nvPr/>
        </p:nvSpPr>
        <p:spPr>
          <a:xfrm>
            <a:off x="1157111" y="1956740"/>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5.2.1 Gaussian distribution</a:t>
            </a:r>
            <a:endParaRPr lang="en-US"/>
          </a:p>
          <a:p>
            <a:endParaRPr lang="en-US" b="1"/>
          </a:p>
        </p:txBody>
      </p:sp>
      <p:sp>
        <p:nvSpPr>
          <p:cNvPr id="10" name="TextBox 9">
            <a:extLst>
              <a:ext uri="{FF2B5EF4-FFF2-40B4-BE49-F238E27FC236}">
                <a16:creationId xmlns:a16="http://schemas.microsoft.com/office/drawing/2014/main" id="{26B958F6-F2D9-B958-C9D7-00C6A3EBCD29}"/>
              </a:ext>
            </a:extLst>
          </p:cNvPr>
          <p:cNvSpPr txBox="1"/>
          <p:nvPr/>
        </p:nvSpPr>
        <p:spPr>
          <a:xfrm>
            <a:off x="1326444" y="2558814"/>
            <a:ext cx="3875851" cy="7853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600"/>
              <a:t>Is a bell-shaped density function and symmetrical about the average value</a:t>
            </a:r>
            <a:endParaRPr lang="en-US"/>
          </a:p>
        </p:txBody>
      </p:sp>
      <p:pic>
        <p:nvPicPr>
          <p:cNvPr id="11" name="Picture 10" descr="A math equation with numbers and symbols&#10;&#10;Description automatically generated">
            <a:extLst>
              <a:ext uri="{FF2B5EF4-FFF2-40B4-BE49-F238E27FC236}">
                <a16:creationId xmlns:a16="http://schemas.microsoft.com/office/drawing/2014/main" id="{D2EBFB42-BF8C-37D9-C3FE-D046FB151AE5}"/>
              </a:ext>
            </a:extLst>
          </p:cNvPr>
          <p:cNvPicPr>
            <a:picLocks noChangeAspect="1"/>
          </p:cNvPicPr>
          <p:nvPr/>
        </p:nvPicPr>
        <p:blipFill>
          <a:blip r:embed="rId4"/>
          <a:stretch>
            <a:fillRect/>
          </a:stretch>
        </p:blipFill>
        <p:spPr>
          <a:xfrm>
            <a:off x="1460030" y="3619455"/>
            <a:ext cx="2743200" cy="672719"/>
          </a:xfrm>
          <a:prstGeom prst="rect">
            <a:avLst/>
          </a:prstGeom>
        </p:spPr>
      </p:pic>
      <p:pic>
        <p:nvPicPr>
          <p:cNvPr id="12" name="Picture 11" descr="A blue line graph&#10;&#10;Description automatically generated">
            <a:extLst>
              <a:ext uri="{FF2B5EF4-FFF2-40B4-BE49-F238E27FC236}">
                <a16:creationId xmlns:a16="http://schemas.microsoft.com/office/drawing/2014/main" id="{AFF90410-EC6D-670A-2B83-5CD249B722A4}"/>
              </a:ext>
            </a:extLst>
          </p:cNvPr>
          <p:cNvPicPr>
            <a:picLocks noChangeAspect="1"/>
          </p:cNvPicPr>
          <p:nvPr/>
        </p:nvPicPr>
        <p:blipFill>
          <a:blip r:embed="rId5"/>
          <a:stretch>
            <a:fillRect/>
          </a:stretch>
        </p:blipFill>
        <p:spPr>
          <a:xfrm>
            <a:off x="5260623" y="1703761"/>
            <a:ext cx="6186310" cy="3450479"/>
          </a:xfrm>
          <a:prstGeom prst="rect">
            <a:avLst/>
          </a:prstGeom>
        </p:spPr>
      </p:pic>
      <p:pic>
        <p:nvPicPr>
          <p:cNvPr id="13" name="Picture 12" descr="A screen shot of a computer code&#10;&#10;Description automatically generated">
            <a:extLst>
              <a:ext uri="{FF2B5EF4-FFF2-40B4-BE49-F238E27FC236}">
                <a16:creationId xmlns:a16="http://schemas.microsoft.com/office/drawing/2014/main" id="{26455A13-4D28-1754-3DB9-0B7F3588409A}"/>
              </a:ext>
            </a:extLst>
          </p:cNvPr>
          <p:cNvPicPr>
            <a:picLocks noChangeAspect="1"/>
          </p:cNvPicPr>
          <p:nvPr/>
        </p:nvPicPr>
        <p:blipFill>
          <a:blip r:embed="rId6"/>
          <a:stretch>
            <a:fillRect/>
          </a:stretch>
        </p:blipFill>
        <p:spPr>
          <a:xfrm>
            <a:off x="1403585" y="4259300"/>
            <a:ext cx="3204162" cy="2365770"/>
          </a:xfrm>
          <a:prstGeom prst="rect">
            <a:avLst/>
          </a:prstGeom>
        </p:spPr>
      </p:pic>
    </p:spTree>
    <p:extLst>
      <p:ext uri="{BB962C8B-B14F-4D97-AF65-F5344CB8AC3E}">
        <p14:creationId xmlns:p14="http://schemas.microsoft.com/office/powerpoint/2010/main" val="2489549775"/>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1" name="Google Shape;201;g1f5b1d63dbe_0_167"/>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1f5b1d63dbe_0_167"/>
          <p:cNvSpPr txBox="1"/>
          <p:nvPr/>
        </p:nvSpPr>
        <p:spPr>
          <a:xfrm>
            <a:off x="2031750" y="175500"/>
            <a:ext cx="8128500" cy="1969740"/>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5. Probability and Probability Distribution</a:t>
            </a:r>
          </a:p>
          <a:p>
            <a:pPr algn="ctr"/>
            <a:endParaRPr lang="en-US" sz="2900" b="1">
              <a:solidFill>
                <a:schemeClr val="lt1"/>
              </a:solidFill>
            </a:endParaRPr>
          </a:p>
          <a:p>
            <a:pPr algn="ctr"/>
            <a:endParaRPr lang="en-US" sz="2900" b="1">
              <a:solidFill>
                <a:schemeClr val="lt1"/>
              </a:solidFill>
            </a:endParaRPr>
          </a:p>
          <a:p>
            <a:pPr marL="0" marR="0" lvl="0" indent="0" algn="ctr">
              <a:lnSpc>
                <a:spcPct val="100000"/>
              </a:lnSpc>
              <a:spcBef>
                <a:spcPts val="0"/>
              </a:spcBef>
              <a:spcAft>
                <a:spcPts val="0"/>
              </a:spcAft>
              <a:buSzPts val="2900"/>
              <a:buFont typeface="Arial"/>
              <a:buNone/>
            </a:pPr>
            <a:endParaRPr lang="en-US" sz="2900" b="1" i="0" u="none" strike="noStrike" cap="none">
              <a:solidFill>
                <a:schemeClr val="lt1"/>
              </a:solidFill>
              <a:latin typeface="Arial"/>
              <a:ea typeface="Arial"/>
              <a:cs typeface="Arial"/>
            </a:endParaRPr>
          </a:p>
        </p:txBody>
      </p:sp>
      <p:grpSp>
        <p:nvGrpSpPr>
          <p:cNvPr id="203" name="Google Shape;203;g1f5b1d63dbe_0_167"/>
          <p:cNvGrpSpPr/>
          <p:nvPr/>
        </p:nvGrpSpPr>
        <p:grpSpPr>
          <a:xfrm>
            <a:off x="11205688" y="6219860"/>
            <a:ext cx="737856" cy="478229"/>
            <a:chOff x="11466920" y="6265217"/>
            <a:chExt cx="558181" cy="451008"/>
          </a:xfrm>
        </p:grpSpPr>
        <p:sp>
          <p:nvSpPr>
            <p:cNvPr id="204" name="Google Shape;204;g1f5b1d63dbe_0_167"/>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1f5b1d63dbe_0_167"/>
            <p:cNvSpPr/>
            <p:nvPr/>
          </p:nvSpPr>
          <p:spPr>
            <a:xfrm>
              <a:off x="11466920" y="6265217"/>
              <a:ext cx="558181" cy="406758"/>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28</a:t>
              </a:fld>
              <a:endParaRPr sz="2000" b="0" i="0" u="none" strike="noStrike" cap="none">
                <a:solidFill>
                  <a:schemeClr val="lt1"/>
                </a:solidFill>
                <a:latin typeface="Arial"/>
                <a:ea typeface="Arial"/>
                <a:cs typeface="Arial"/>
                <a:sym typeface="Arial"/>
              </a:endParaRPr>
            </a:p>
          </p:txBody>
        </p:sp>
      </p:grpSp>
      <p:sp>
        <p:nvSpPr>
          <p:cNvPr id="3" name="TextBox 2">
            <a:extLst>
              <a:ext uri="{FF2B5EF4-FFF2-40B4-BE49-F238E27FC236}">
                <a16:creationId xmlns:a16="http://schemas.microsoft.com/office/drawing/2014/main" id="{B11D30B0-E9CB-CD9F-E290-67CADC9E547C}"/>
              </a:ext>
            </a:extLst>
          </p:cNvPr>
          <p:cNvSpPr txBox="1"/>
          <p:nvPr/>
        </p:nvSpPr>
        <p:spPr>
          <a:xfrm>
            <a:off x="1081852" y="1382888"/>
            <a:ext cx="317970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t>5.2. Probability Distribution</a:t>
            </a:r>
            <a:endParaRPr lang="en-US" sz="1800"/>
          </a:p>
        </p:txBody>
      </p:sp>
      <p:sp>
        <p:nvSpPr>
          <p:cNvPr id="4" name="TextBox 3">
            <a:extLst>
              <a:ext uri="{FF2B5EF4-FFF2-40B4-BE49-F238E27FC236}">
                <a16:creationId xmlns:a16="http://schemas.microsoft.com/office/drawing/2014/main" id="{9BFF85B1-28D1-1366-4377-914A7D9FA1DA}"/>
              </a:ext>
            </a:extLst>
          </p:cNvPr>
          <p:cNvSpPr txBox="1"/>
          <p:nvPr/>
        </p:nvSpPr>
        <p:spPr>
          <a:xfrm>
            <a:off x="1157111" y="1956740"/>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5.2.2 Uniform distribution</a:t>
            </a:r>
            <a:endParaRPr lang="en-US"/>
          </a:p>
          <a:p>
            <a:endParaRPr lang="en-US" b="1"/>
          </a:p>
        </p:txBody>
      </p:sp>
      <p:sp>
        <p:nvSpPr>
          <p:cNvPr id="10" name="TextBox 9">
            <a:extLst>
              <a:ext uri="{FF2B5EF4-FFF2-40B4-BE49-F238E27FC236}">
                <a16:creationId xmlns:a16="http://schemas.microsoft.com/office/drawing/2014/main" id="{26B958F6-F2D9-B958-C9D7-00C6A3EBCD29}"/>
              </a:ext>
            </a:extLst>
          </p:cNvPr>
          <p:cNvSpPr txBox="1"/>
          <p:nvPr/>
        </p:nvSpPr>
        <p:spPr>
          <a:xfrm>
            <a:off x="1213556" y="2483555"/>
            <a:ext cx="3988739" cy="11546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600"/>
              <a:t>uniform distribution is a continuous distribution over a segment [</a:t>
            </a:r>
            <a:r>
              <a:rPr lang="en-US" sz="1600" err="1"/>
              <a:t>a,b</a:t>
            </a:r>
            <a:r>
              <a:rPr lang="en-US" sz="1600"/>
              <a:t>]</a:t>
            </a:r>
            <a:br>
              <a:rPr lang="en-US" sz="1600"/>
            </a:br>
            <a:endParaRPr lang="en-US" sz="1600"/>
          </a:p>
        </p:txBody>
      </p:sp>
      <p:pic>
        <p:nvPicPr>
          <p:cNvPr id="2" name="Picture 1">
            <a:extLst>
              <a:ext uri="{FF2B5EF4-FFF2-40B4-BE49-F238E27FC236}">
                <a16:creationId xmlns:a16="http://schemas.microsoft.com/office/drawing/2014/main" id="{A664F8FD-33D7-0378-AF73-C8636D990F67}"/>
              </a:ext>
            </a:extLst>
          </p:cNvPr>
          <p:cNvPicPr>
            <a:picLocks noChangeAspect="1"/>
          </p:cNvPicPr>
          <p:nvPr/>
        </p:nvPicPr>
        <p:blipFill>
          <a:blip r:embed="rId4"/>
          <a:stretch>
            <a:fillRect/>
          </a:stretch>
        </p:blipFill>
        <p:spPr>
          <a:xfrm>
            <a:off x="1629363" y="3316614"/>
            <a:ext cx="2743200" cy="732773"/>
          </a:xfrm>
          <a:prstGeom prst="rect">
            <a:avLst/>
          </a:prstGeom>
        </p:spPr>
      </p:pic>
      <p:pic>
        <p:nvPicPr>
          <p:cNvPr id="5" name="Picture 4" descr="A close-up of a number&#10;&#10;Description automatically generated">
            <a:extLst>
              <a:ext uri="{FF2B5EF4-FFF2-40B4-BE49-F238E27FC236}">
                <a16:creationId xmlns:a16="http://schemas.microsoft.com/office/drawing/2014/main" id="{9055153E-851B-1E7C-A268-247C02F1C2A6}"/>
              </a:ext>
            </a:extLst>
          </p:cNvPr>
          <p:cNvPicPr>
            <a:picLocks noChangeAspect="1"/>
          </p:cNvPicPr>
          <p:nvPr/>
        </p:nvPicPr>
        <p:blipFill>
          <a:blip r:embed="rId5"/>
          <a:stretch>
            <a:fillRect/>
          </a:stretch>
        </p:blipFill>
        <p:spPr>
          <a:xfrm>
            <a:off x="6126104" y="5601766"/>
            <a:ext cx="4229570" cy="903800"/>
          </a:xfrm>
          <a:prstGeom prst="rect">
            <a:avLst/>
          </a:prstGeom>
        </p:spPr>
      </p:pic>
      <p:pic>
        <p:nvPicPr>
          <p:cNvPr id="6" name="Picture 5">
            <a:extLst>
              <a:ext uri="{FF2B5EF4-FFF2-40B4-BE49-F238E27FC236}">
                <a16:creationId xmlns:a16="http://schemas.microsoft.com/office/drawing/2014/main" id="{0F5DCE65-9F7E-C87E-3F4D-19347E19F9FC}"/>
              </a:ext>
            </a:extLst>
          </p:cNvPr>
          <p:cNvPicPr>
            <a:picLocks noChangeAspect="1"/>
          </p:cNvPicPr>
          <p:nvPr/>
        </p:nvPicPr>
        <p:blipFill>
          <a:blip r:embed="rId6"/>
          <a:stretch>
            <a:fillRect/>
          </a:stretch>
        </p:blipFill>
        <p:spPr>
          <a:xfrm>
            <a:off x="5364104" y="1850333"/>
            <a:ext cx="5433717" cy="3383111"/>
          </a:xfrm>
          <a:prstGeom prst="rect">
            <a:avLst/>
          </a:prstGeom>
        </p:spPr>
      </p:pic>
    </p:spTree>
    <p:extLst>
      <p:ext uri="{BB962C8B-B14F-4D97-AF65-F5344CB8AC3E}">
        <p14:creationId xmlns:p14="http://schemas.microsoft.com/office/powerpoint/2010/main" val="2591894767"/>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1" name="Google Shape;201;g1f5b1d63dbe_0_167"/>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1f5b1d63dbe_0_167"/>
          <p:cNvSpPr txBox="1"/>
          <p:nvPr/>
        </p:nvSpPr>
        <p:spPr>
          <a:xfrm>
            <a:off x="2031750" y="175500"/>
            <a:ext cx="8128500" cy="1969740"/>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5. Probability and Probability Distribution</a:t>
            </a:r>
          </a:p>
          <a:p>
            <a:pPr algn="ctr"/>
            <a:endParaRPr lang="en-US" sz="2900" b="1">
              <a:solidFill>
                <a:schemeClr val="lt1"/>
              </a:solidFill>
            </a:endParaRPr>
          </a:p>
          <a:p>
            <a:pPr algn="ctr"/>
            <a:endParaRPr lang="en-US" sz="2900" b="1">
              <a:solidFill>
                <a:schemeClr val="lt1"/>
              </a:solidFill>
            </a:endParaRPr>
          </a:p>
          <a:p>
            <a:pPr marL="0" marR="0" lvl="0" indent="0" algn="ctr">
              <a:lnSpc>
                <a:spcPct val="100000"/>
              </a:lnSpc>
              <a:spcBef>
                <a:spcPts val="0"/>
              </a:spcBef>
              <a:spcAft>
                <a:spcPts val="0"/>
              </a:spcAft>
              <a:buSzPts val="2900"/>
              <a:buFont typeface="Arial"/>
              <a:buNone/>
            </a:pPr>
            <a:endParaRPr lang="en-US" sz="2900" b="1" i="0" u="none" strike="noStrike" cap="none">
              <a:solidFill>
                <a:schemeClr val="lt1"/>
              </a:solidFill>
              <a:latin typeface="Arial"/>
              <a:ea typeface="Arial"/>
              <a:cs typeface="Arial"/>
            </a:endParaRPr>
          </a:p>
        </p:txBody>
      </p:sp>
      <p:grpSp>
        <p:nvGrpSpPr>
          <p:cNvPr id="203" name="Google Shape;203;g1f5b1d63dbe_0_167"/>
          <p:cNvGrpSpPr/>
          <p:nvPr/>
        </p:nvGrpSpPr>
        <p:grpSpPr>
          <a:xfrm>
            <a:off x="11205688" y="6219860"/>
            <a:ext cx="737856" cy="478229"/>
            <a:chOff x="11466920" y="6265217"/>
            <a:chExt cx="558181" cy="451008"/>
          </a:xfrm>
        </p:grpSpPr>
        <p:sp>
          <p:nvSpPr>
            <p:cNvPr id="204" name="Google Shape;204;g1f5b1d63dbe_0_167"/>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1f5b1d63dbe_0_167"/>
            <p:cNvSpPr/>
            <p:nvPr/>
          </p:nvSpPr>
          <p:spPr>
            <a:xfrm>
              <a:off x="11466920" y="6265217"/>
              <a:ext cx="558181" cy="406758"/>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29</a:t>
              </a:fld>
              <a:endParaRPr sz="2000" b="0" i="0" u="none" strike="noStrike" cap="none">
                <a:solidFill>
                  <a:schemeClr val="lt1"/>
                </a:solidFill>
                <a:latin typeface="Arial"/>
                <a:ea typeface="Arial"/>
                <a:cs typeface="Arial"/>
                <a:sym typeface="Arial"/>
              </a:endParaRPr>
            </a:p>
          </p:txBody>
        </p:sp>
      </p:grpSp>
      <p:sp>
        <p:nvSpPr>
          <p:cNvPr id="3" name="TextBox 2">
            <a:extLst>
              <a:ext uri="{FF2B5EF4-FFF2-40B4-BE49-F238E27FC236}">
                <a16:creationId xmlns:a16="http://schemas.microsoft.com/office/drawing/2014/main" id="{B11D30B0-E9CB-CD9F-E290-67CADC9E547C}"/>
              </a:ext>
            </a:extLst>
          </p:cNvPr>
          <p:cNvSpPr txBox="1"/>
          <p:nvPr/>
        </p:nvSpPr>
        <p:spPr>
          <a:xfrm>
            <a:off x="1081852" y="1382888"/>
            <a:ext cx="317970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t>5.2. Probability Distribution</a:t>
            </a:r>
            <a:endParaRPr lang="en-US" sz="1800"/>
          </a:p>
        </p:txBody>
      </p:sp>
      <p:sp>
        <p:nvSpPr>
          <p:cNvPr id="4" name="TextBox 3">
            <a:extLst>
              <a:ext uri="{FF2B5EF4-FFF2-40B4-BE49-F238E27FC236}">
                <a16:creationId xmlns:a16="http://schemas.microsoft.com/office/drawing/2014/main" id="{9BFF85B1-28D1-1366-4377-914A7D9FA1DA}"/>
              </a:ext>
            </a:extLst>
          </p:cNvPr>
          <p:cNvSpPr txBox="1"/>
          <p:nvPr/>
        </p:nvSpPr>
        <p:spPr>
          <a:xfrm>
            <a:off x="1157111" y="1956740"/>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5.2.3 Poisson distribution</a:t>
            </a:r>
            <a:endParaRPr lang="en-US"/>
          </a:p>
          <a:p>
            <a:endParaRPr lang="en-US" b="1"/>
          </a:p>
        </p:txBody>
      </p:sp>
      <p:sp>
        <p:nvSpPr>
          <p:cNvPr id="10" name="TextBox 9">
            <a:extLst>
              <a:ext uri="{FF2B5EF4-FFF2-40B4-BE49-F238E27FC236}">
                <a16:creationId xmlns:a16="http://schemas.microsoft.com/office/drawing/2014/main" id="{26B958F6-F2D9-B958-C9D7-00C6A3EBCD29}"/>
              </a:ext>
            </a:extLst>
          </p:cNvPr>
          <p:cNvSpPr txBox="1"/>
          <p:nvPr/>
        </p:nvSpPr>
        <p:spPr>
          <a:xfrm>
            <a:off x="997186" y="2380074"/>
            <a:ext cx="3988739" cy="22626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600"/>
              <a:t>Suppose you are sitting in a hospital. Probability to the front you have x people? On average, how long do you have to wait when you get to the hospital? The Poisson distribution will be highly applicable in this case</a:t>
            </a:r>
            <a:endParaRPr lang="en-US"/>
          </a:p>
        </p:txBody>
      </p:sp>
      <p:pic>
        <p:nvPicPr>
          <p:cNvPr id="7" name="Picture 6">
            <a:extLst>
              <a:ext uri="{FF2B5EF4-FFF2-40B4-BE49-F238E27FC236}">
                <a16:creationId xmlns:a16="http://schemas.microsoft.com/office/drawing/2014/main" id="{811F120A-8A8C-A948-DD24-6F3E43193E6C}"/>
              </a:ext>
            </a:extLst>
          </p:cNvPr>
          <p:cNvPicPr>
            <a:picLocks noChangeAspect="1"/>
          </p:cNvPicPr>
          <p:nvPr/>
        </p:nvPicPr>
        <p:blipFill>
          <a:blip r:embed="rId4"/>
          <a:stretch>
            <a:fillRect/>
          </a:stretch>
        </p:blipFill>
        <p:spPr>
          <a:xfrm>
            <a:off x="1083734" y="4788249"/>
            <a:ext cx="3128903" cy="997427"/>
          </a:xfrm>
          <a:prstGeom prst="rect">
            <a:avLst/>
          </a:prstGeom>
        </p:spPr>
      </p:pic>
      <p:sp>
        <p:nvSpPr>
          <p:cNvPr id="8" name="TextBox 7">
            <a:extLst>
              <a:ext uri="{FF2B5EF4-FFF2-40B4-BE49-F238E27FC236}">
                <a16:creationId xmlns:a16="http://schemas.microsoft.com/office/drawing/2014/main" id="{DEC6B98A-4966-AE88-D9A7-078C0BE5C9A1}"/>
              </a:ext>
            </a:extLst>
          </p:cNvPr>
          <p:cNvSpPr txBox="1"/>
          <p:nvPr/>
        </p:nvSpPr>
        <p:spPr>
          <a:xfrm>
            <a:off x="1081852" y="5992518"/>
            <a:ext cx="274696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k: number of events</a:t>
            </a:r>
          </a:p>
          <a:p>
            <a:r>
              <a:rPr lang="en-US"/>
              <a:t>Lamda: expect of distribution</a:t>
            </a:r>
          </a:p>
        </p:txBody>
      </p:sp>
      <p:pic>
        <p:nvPicPr>
          <p:cNvPr id="9" name="Picture 8" descr="A close-up of a computer code&#10;&#10;Description automatically generated">
            <a:extLst>
              <a:ext uri="{FF2B5EF4-FFF2-40B4-BE49-F238E27FC236}">
                <a16:creationId xmlns:a16="http://schemas.microsoft.com/office/drawing/2014/main" id="{C49E0C49-6334-732E-0770-E69B0107DB31}"/>
              </a:ext>
            </a:extLst>
          </p:cNvPr>
          <p:cNvPicPr>
            <a:picLocks noChangeAspect="1"/>
          </p:cNvPicPr>
          <p:nvPr/>
        </p:nvPicPr>
        <p:blipFill>
          <a:blip r:embed="rId5"/>
          <a:stretch>
            <a:fillRect/>
          </a:stretch>
        </p:blipFill>
        <p:spPr>
          <a:xfrm>
            <a:off x="6756401" y="5390673"/>
            <a:ext cx="3222977" cy="893248"/>
          </a:xfrm>
          <a:prstGeom prst="rect">
            <a:avLst/>
          </a:prstGeom>
        </p:spPr>
      </p:pic>
      <p:pic>
        <p:nvPicPr>
          <p:cNvPr id="11" name="Picture 10" descr="A graph of a function&#10;&#10;Description automatically generated">
            <a:extLst>
              <a:ext uri="{FF2B5EF4-FFF2-40B4-BE49-F238E27FC236}">
                <a16:creationId xmlns:a16="http://schemas.microsoft.com/office/drawing/2014/main" id="{D9926804-E9EB-9B8D-9ED4-BE273DA22E52}"/>
              </a:ext>
            </a:extLst>
          </p:cNvPr>
          <p:cNvPicPr>
            <a:picLocks noChangeAspect="1"/>
          </p:cNvPicPr>
          <p:nvPr/>
        </p:nvPicPr>
        <p:blipFill>
          <a:blip r:embed="rId6"/>
          <a:stretch>
            <a:fillRect/>
          </a:stretch>
        </p:blipFill>
        <p:spPr>
          <a:xfrm>
            <a:off x="5599290" y="1481174"/>
            <a:ext cx="5847643" cy="3735725"/>
          </a:xfrm>
          <a:prstGeom prst="rect">
            <a:avLst/>
          </a:prstGeom>
        </p:spPr>
      </p:pic>
    </p:spTree>
    <p:extLst>
      <p:ext uri="{BB962C8B-B14F-4D97-AF65-F5344CB8AC3E}">
        <p14:creationId xmlns:p14="http://schemas.microsoft.com/office/powerpoint/2010/main" val="719575454"/>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1" name="Google Shape;201;g1f5b1d63dbe_0_167"/>
          <p:cNvSpPr/>
          <p:nvPr/>
        </p:nvSpPr>
        <p:spPr>
          <a:xfrm>
            <a:off x="730350" y="105300"/>
            <a:ext cx="10731300" cy="771600"/>
          </a:xfrm>
          <a:prstGeom prst="roundRect">
            <a:avLst>
              <a:gd name="adj" fmla="val 33524"/>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1f5b1d63dbe_0_167"/>
          <p:cNvSpPr txBox="1"/>
          <p:nvPr/>
        </p:nvSpPr>
        <p:spPr>
          <a:xfrm>
            <a:off x="2031750" y="175500"/>
            <a:ext cx="8128500" cy="1969740"/>
          </a:xfrm>
          <a:prstGeom prst="rect">
            <a:avLst/>
          </a:prstGeom>
          <a:noFill/>
          <a:ln>
            <a:noFill/>
          </a:ln>
        </p:spPr>
        <p:txBody>
          <a:bodyPr spcFirstLastPara="1" wrap="square" lIns="91425" tIns="91425" rIns="91425" bIns="91425" anchor="t" anchorCtr="0">
            <a:spAutoFit/>
          </a:bodyPr>
          <a:lstStyle/>
          <a:p>
            <a:pPr algn="ctr"/>
            <a:r>
              <a:rPr lang="en-US" sz="2900" b="1">
                <a:solidFill>
                  <a:schemeClr val="lt1"/>
                </a:solidFill>
              </a:rPr>
              <a:t>5. Probability and Probability Distribution</a:t>
            </a:r>
          </a:p>
          <a:p>
            <a:pPr algn="ctr"/>
            <a:endParaRPr lang="en-US" sz="2900" b="1">
              <a:solidFill>
                <a:schemeClr val="lt1"/>
              </a:solidFill>
            </a:endParaRPr>
          </a:p>
          <a:p>
            <a:pPr algn="ctr"/>
            <a:endParaRPr lang="en-US" sz="2900" b="1">
              <a:solidFill>
                <a:schemeClr val="lt1"/>
              </a:solidFill>
            </a:endParaRPr>
          </a:p>
          <a:p>
            <a:pPr marL="0" marR="0" lvl="0" indent="0" algn="ctr">
              <a:lnSpc>
                <a:spcPct val="100000"/>
              </a:lnSpc>
              <a:spcBef>
                <a:spcPts val="0"/>
              </a:spcBef>
              <a:spcAft>
                <a:spcPts val="0"/>
              </a:spcAft>
              <a:buSzPts val="2900"/>
              <a:buFont typeface="Arial"/>
              <a:buNone/>
            </a:pPr>
            <a:endParaRPr lang="en-US" sz="2900" b="1" i="0" u="none" strike="noStrike" cap="none">
              <a:solidFill>
                <a:schemeClr val="lt1"/>
              </a:solidFill>
              <a:latin typeface="Arial"/>
              <a:ea typeface="Arial"/>
              <a:cs typeface="Arial"/>
            </a:endParaRPr>
          </a:p>
        </p:txBody>
      </p:sp>
      <p:grpSp>
        <p:nvGrpSpPr>
          <p:cNvPr id="203" name="Google Shape;203;g1f5b1d63dbe_0_167"/>
          <p:cNvGrpSpPr/>
          <p:nvPr/>
        </p:nvGrpSpPr>
        <p:grpSpPr>
          <a:xfrm>
            <a:off x="11205688" y="6219860"/>
            <a:ext cx="737856" cy="478229"/>
            <a:chOff x="11466920" y="6265217"/>
            <a:chExt cx="558181" cy="451008"/>
          </a:xfrm>
        </p:grpSpPr>
        <p:sp>
          <p:nvSpPr>
            <p:cNvPr id="204" name="Google Shape;204;g1f5b1d63dbe_0_167"/>
            <p:cNvSpPr/>
            <p:nvPr/>
          </p:nvSpPr>
          <p:spPr>
            <a:xfrm>
              <a:off x="11573925" y="6265325"/>
              <a:ext cx="450900" cy="450900"/>
            </a:xfrm>
            <a:prstGeom prst="roundRect">
              <a:avLst>
                <a:gd name="adj" fmla="val 16667"/>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1f5b1d63dbe_0_167"/>
            <p:cNvSpPr/>
            <p:nvPr/>
          </p:nvSpPr>
          <p:spPr>
            <a:xfrm>
              <a:off x="11466920" y="6265217"/>
              <a:ext cx="558181" cy="406758"/>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2000"/>
                <a:buFont typeface="Arial"/>
                <a:buNone/>
              </a:pPr>
              <a:fld id="{00000000-1234-1234-1234-123412341234}" type="slidenum">
                <a:rPr lang="en-US" sz="2000" b="1" i="0" u="none" strike="noStrike" cap="none">
                  <a:solidFill>
                    <a:schemeClr val="lt1"/>
                  </a:solidFill>
                  <a:latin typeface="Calibri"/>
                  <a:ea typeface="Calibri"/>
                  <a:cs typeface="Calibri"/>
                  <a:sym typeface="Calibri"/>
                </a:rPr>
                <a:t>30</a:t>
              </a:fld>
              <a:endParaRPr sz="2000" b="0" i="0" u="none" strike="noStrike" cap="none">
                <a:solidFill>
                  <a:schemeClr val="lt1"/>
                </a:solidFill>
                <a:latin typeface="Arial"/>
                <a:ea typeface="Arial"/>
                <a:cs typeface="Arial"/>
                <a:sym typeface="Arial"/>
              </a:endParaRPr>
            </a:p>
          </p:txBody>
        </p:sp>
      </p:grpSp>
      <p:sp>
        <p:nvSpPr>
          <p:cNvPr id="3" name="TextBox 2">
            <a:extLst>
              <a:ext uri="{FF2B5EF4-FFF2-40B4-BE49-F238E27FC236}">
                <a16:creationId xmlns:a16="http://schemas.microsoft.com/office/drawing/2014/main" id="{B11D30B0-E9CB-CD9F-E290-67CADC9E547C}"/>
              </a:ext>
            </a:extLst>
          </p:cNvPr>
          <p:cNvSpPr txBox="1"/>
          <p:nvPr/>
        </p:nvSpPr>
        <p:spPr>
          <a:xfrm>
            <a:off x="1081852" y="1382888"/>
            <a:ext cx="317970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t>5.3. </a:t>
            </a:r>
            <a:r>
              <a:rPr lang="en-US" sz="2000" b="1"/>
              <a:t>Exercise</a:t>
            </a:r>
            <a:endParaRPr lang="en-US" sz="1800" err="1"/>
          </a:p>
        </p:txBody>
      </p:sp>
      <p:sp>
        <p:nvSpPr>
          <p:cNvPr id="2" name="TextBox 1">
            <a:extLst>
              <a:ext uri="{FF2B5EF4-FFF2-40B4-BE49-F238E27FC236}">
                <a16:creationId xmlns:a16="http://schemas.microsoft.com/office/drawing/2014/main" id="{3AF6D99B-5838-1D75-AA56-E08429B38BFB}"/>
              </a:ext>
            </a:extLst>
          </p:cNvPr>
          <p:cNvSpPr txBox="1"/>
          <p:nvPr/>
        </p:nvSpPr>
        <p:spPr>
          <a:xfrm>
            <a:off x="1160780" y="2336800"/>
            <a:ext cx="5143500" cy="30013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600">
                <a:hlinkClick r:id="rId4"/>
              </a:rPr>
              <a:t>1. Probability puzzels 1</a:t>
            </a:r>
            <a:endParaRPr lang="en-US" sz="1600"/>
          </a:p>
          <a:p>
            <a:pPr>
              <a:lnSpc>
                <a:spcPct val="150000"/>
              </a:lnSpc>
            </a:pPr>
            <a:r>
              <a:rPr lang="en-US" sz="1600">
                <a:hlinkClick r:id="rId5"/>
              </a:rPr>
              <a:t>2. Probability puzzles 2 </a:t>
            </a:r>
            <a:endParaRPr lang="en-US" sz="1600"/>
          </a:p>
          <a:p>
            <a:pPr>
              <a:lnSpc>
                <a:spcPct val="150000"/>
              </a:lnSpc>
            </a:pPr>
            <a:r>
              <a:rPr lang="en-US" sz="1600">
                <a:hlinkClick r:id="rId6"/>
              </a:rPr>
              <a:t>3. Probability puzzles 3</a:t>
            </a:r>
            <a:endParaRPr lang="en-US" sz="1600"/>
          </a:p>
          <a:p>
            <a:pPr>
              <a:lnSpc>
                <a:spcPct val="150000"/>
              </a:lnSpc>
            </a:pPr>
            <a:r>
              <a:rPr lang="en-US" sz="1600">
                <a:hlinkClick r:id="rId7"/>
              </a:rPr>
              <a:t>4. Probability puzzles 4</a:t>
            </a:r>
            <a:endParaRPr lang="en-US" sz="1600"/>
          </a:p>
          <a:p>
            <a:pPr>
              <a:lnSpc>
                <a:spcPct val="150000"/>
              </a:lnSpc>
            </a:pPr>
            <a:r>
              <a:rPr lang="en-US" sz="1600">
                <a:hlinkClick r:id="rId8"/>
              </a:rPr>
              <a:t>5. Probability puzzles 5</a:t>
            </a:r>
            <a:endParaRPr lang="en-US" sz="1600"/>
          </a:p>
          <a:p>
            <a:pPr>
              <a:lnSpc>
                <a:spcPct val="150000"/>
              </a:lnSpc>
            </a:pPr>
            <a:r>
              <a:rPr lang="en-US" sz="1600">
                <a:hlinkClick r:id="rId9"/>
              </a:rPr>
              <a:t>6. Probability puzzles 6</a:t>
            </a:r>
            <a:endParaRPr lang="en-US" sz="1600"/>
          </a:p>
          <a:p>
            <a:pPr>
              <a:lnSpc>
                <a:spcPct val="150000"/>
              </a:lnSpc>
            </a:pPr>
            <a:r>
              <a:rPr lang="en-US" sz="1600">
                <a:hlinkClick r:id="rId10"/>
              </a:rPr>
              <a:t> 7. Normal Distribution</a:t>
            </a:r>
            <a:endParaRPr lang="en-US" sz="1600"/>
          </a:p>
          <a:p>
            <a:pPr>
              <a:lnSpc>
                <a:spcPct val="150000"/>
              </a:lnSpc>
            </a:pPr>
            <a:r>
              <a:rPr lang="en-US" sz="1600">
                <a:hlinkClick r:id="rId11"/>
              </a:rPr>
              <a:t>8. Normal Distribution 2</a:t>
            </a:r>
            <a:endParaRPr lang="en-US" sz="1600"/>
          </a:p>
        </p:txBody>
      </p:sp>
    </p:spTree>
    <p:extLst>
      <p:ext uri="{BB962C8B-B14F-4D97-AF65-F5344CB8AC3E}">
        <p14:creationId xmlns:p14="http://schemas.microsoft.com/office/powerpoint/2010/main" val="2689908371"/>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g13fa4e705e0_0_0"/>
          <p:cNvSpPr/>
          <p:nvPr/>
        </p:nvSpPr>
        <p:spPr>
          <a:xfrm>
            <a:off x="9585789" y="435671"/>
            <a:ext cx="2095800" cy="192120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649" name="Google Shape;649;g13fa4e705e0_0_0"/>
          <p:cNvPicPr preferRelativeResize="0"/>
          <p:nvPr/>
        </p:nvPicPr>
        <p:blipFill rotWithShape="1">
          <a:blip r:embed="rId3">
            <a:alphaModFix/>
          </a:blip>
          <a:srcRect/>
          <a:stretch/>
        </p:blipFill>
        <p:spPr>
          <a:xfrm>
            <a:off x="4274493" y="4650100"/>
            <a:ext cx="3643015" cy="1569660"/>
          </a:xfrm>
          <a:prstGeom prst="rect">
            <a:avLst/>
          </a:prstGeom>
          <a:noFill/>
          <a:ln>
            <a:noFill/>
          </a:ln>
        </p:spPr>
      </p:pic>
      <p:sp>
        <p:nvSpPr>
          <p:cNvPr id="650" name="Google Shape;650;g13fa4e705e0_0_0"/>
          <p:cNvSpPr/>
          <p:nvPr/>
        </p:nvSpPr>
        <p:spPr>
          <a:xfrm>
            <a:off x="1026559" y="905516"/>
            <a:ext cx="10134600" cy="3152700"/>
          </a:xfrm>
          <a:prstGeom prst="rect">
            <a:avLst/>
          </a:prstGeom>
          <a:solidFill>
            <a:srgbClr val="239DD6"/>
          </a:solidFill>
          <a:ln w="571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651" name="Google Shape;651;g13fa4e705e0_0_0"/>
          <p:cNvSpPr txBox="1"/>
          <p:nvPr/>
        </p:nvSpPr>
        <p:spPr>
          <a:xfrm>
            <a:off x="4024632" y="1821765"/>
            <a:ext cx="5377500" cy="1631100"/>
          </a:xfrm>
          <a:prstGeom prst="rect">
            <a:avLst/>
          </a:prstGeom>
          <a:noFill/>
          <a:ln>
            <a:noFill/>
          </a:ln>
        </p:spPr>
        <p:txBody>
          <a:bodyPr spcFirstLastPara="1" wrap="square" lIns="91425" tIns="45700" rIns="91425" bIns="45700" anchor="t" anchorCtr="0">
            <a:noAutofit/>
          </a:bodyPr>
          <a:lstStyle/>
          <a:p>
            <a:pPr marL="0" marR="0" lvl="0" indent="0" algn="l" rtl="0">
              <a:lnSpc>
                <a:spcPct val="222222"/>
              </a:lnSpc>
              <a:spcBef>
                <a:spcPts val="0"/>
              </a:spcBef>
              <a:spcAft>
                <a:spcPts val="0"/>
              </a:spcAft>
              <a:buClr>
                <a:srgbClr val="000000"/>
              </a:buClr>
              <a:buSzPts val="1800"/>
              <a:buFont typeface="Arial"/>
              <a:buNone/>
            </a:pPr>
            <a:endParaRPr lang="en-US" sz="1800" b="0" i="0" u="none" strike="noStrike" cap="none">
              <a:solidFill>
                <a:schemeClr val="lt1"/>
              </a:solidFill>
              <a:latin typeface="Calibri"/>
              <a:ea typeface="Calibri"/>
              <a:cs typeface="Calibri"/>
            </a:endParaRPr>
          </a:p>
          <a:p>
            <a:pPr marL="0" marR="0" lvl="0" indent="0" algn="l" rtl="0">
              <a:lnSpc>
                <a:spcPct val="222222"/>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Email: </a:t>
            </a:r>
            <a:r>
              <a:rPr lang="en-US" sz="1800" b="0" i="0" u="none" strike="noStrike" cap="none">
                <a:solidFill>
                  <a:schemeClr val="lt1"/>
                </a:solidFill>
                <a:latin typeface="Calibri"/>
                <a:ea typeface="Calibri"/>
                <a:cs typeface="Calibri"/>
                <a:sym typeface="Calibri"/>
              </a:rPr>
              <a:t>contact@tmainnovation.vn</a:t>
            </a:r>
            <a:endParaRPr sz="1400" b="0" i="0" u="none" strike="noStrike" cap="none">
              <a:solidFill>
                <a:schemeClr val="lt1"/>
              </a:solidFill>
              <a:latin typeface="Arial"/>
              <a:ea typeface="Arial"/>
              <a:cs typeface="Arial"/>
              <a:sym typeface="Arial"/>
            </a:endParaRPr>
          </a:p>
          <a:p>
            <a:pPr marL="0" marR="0" lvl="0" indent="0" algn="l" rtl="0">
              <a:lnSpc>
                <a:spcPct val="222222"/>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Website: </a:t>
            </a:r>
            <a:r>
              <a:rPr lang="en-US" sz="1800" b="0" i="0" u="none" strike="noStrike" cap="none">
                <a:solidFill>
                  <a:schemeClr val="lt1"/>
                </a:solidFill>
                <a:latin typeface="Calibri"/>
                <a:ea typeface="Calibri"/>
                <a:cs typeface="Calibri"/>
                <a:sym typeface="Calibri"/>
              </a:rPr>
              <a:t>www.tmainnovation.vn</a:t>
            </a:r>
            <a:endParaRPr sz="1400" b="0" i="0" u="none" strike="noStrike" cap="none">
              <a:solidFill>
                <a:schemeClr val="lt1"/>
              </a:solidFill>
              <a:latin typeface="Arial"/>
              <a:ea typeface="Arial"/>
              <a:cs typeface="Arial"/>
              <a:sym typeface="Arial"/>
            </a:endParaRPr>
          </a:p>
        </p:txBody>
      </p:sp>
      <p:pic>
        <p:nvPicPr>
          <p:cNvPr id="653" name="Google Shape;653;g13fa4e705e0_0_0" descr="Envelope"/>
          <p:cNvPicPr preferRelativeResize="0"/>
          <p:nvPr/>
        </p:nvPicPr>
        <p:blipFill rotWithShape="1">
          <a:blip r:embed="rId4">
            <a:alphaModFix/>
          </a:blip>
          <a:srcRect/>
          <a:stretch/>
        </p:blipFill>
        <p:spPr>
          <a:xfrm>
            <a:off x="3633273" y="2695527"/>
            <a:ext cx="337127" cy="337127"/>
          </a:xfrm>
          <a:prstGeom prst="rect">
            <a:avLst/>
          </a:prstGeom>
          <a:noFill/>
          <a:ln>
            <a:noFill/>
          </a:ln>
        </p:spPr>
      </p:pic>
      <p:pic>
        <p:nvPicPr>
          <p:cNvPr id="654" name="Google Shape;654;g13fa4e705e0_0_0" descr="World"/>
          <p:cNvPicPr preferRelativeResize="0"/>
          <p:nvPr/>
        </p:nvPicPr>
        <p:blipFill rotWithShape="1">
          <a:blip r:embed="rId5">
            <a:alphaModFix/>
          </a:blip>
          <a:srcRect/>
          <a:stretch/>
        </p:blipFill>
        <p:spPr>
          <a:xfrm>
            <a:off x="3617274" y="3244430"/>
            <a:ext cx="369128" cy="369128"/>
          </a:xfrm>
          <a:prstGeom prst="rect">
            <a:avLst/>
          </a:prstGeom>
          <a:noFill/>
          <a:ln>
            <a:noFill/>
          </a:ln>
        </p:spPr>
      </p:pic>
      <p:sp>
        <p:nvSpPr>
          <p:cNvPr id="655" name="Google Shape;655;g13fa4e705e0_0_0"/>
          <p:cNvSpPr/>
          <p:nvPr/>
        </p:nvSpPr>
        <p:spPr>
          <a:xfrm>
            <a:off x="3386800" y="1191638"/>
            <a:ext cx="5418300" cy="861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5000"/>
              <a:buFont typeface="Arial"/>
              <a:buNone/>
            </a:pPr>
            <a:r>
              <a:rPr lang="en-US" sz="5000" b="1" i="0" u="none" strike="noStrike" cap="none">
                <a:solidFill>
                  <a:schemeClr val="lt1"/>
                </a:solidFill>
                <a:latin typeface="Calibri"/>
                <a:ea typeface="Calibri"/>
                <a:cs typeface="Calibri"/>
                <a:sym typeface="Calibri"/>
              </a:rPr>
              <a:t>THANK YOU!</a:t>
            </a:r>
            <a:endParaRPr sz="5000" b="0" i="0" u="none" strike="noStrike" cap="non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31</Slides>
  <Notes>31</Notes>
  <HiddenSlides>0</HiddenSlide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revision>1</cp:revision>
  <dcterms:modified xsi:type="dcterms:W3CDTF">2023-10-27T04:49:09Z</dcterms:modified>
</cp:coreProperties>
</file>